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8" r:id="rId3"/>
    <p:sldId id="259" r:id="rId4"/>
    <p:sldId id="260" r:id="rId5"/>
  </p:sldIdLst>
  <p:sldSz cx="10799763" cy="5400675"/>
  <p:notesSz cx="6858000" cy="9144000"/>
  <p:defaultTextStyle>
    <a:defPPr>
      <a:defRPr lang="en-US"/>
    </a:defPPr>
    <a:lvl1pPr marL="0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1pPr>
    <a:lvl2pPr marL="277662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2pPr>
    <a:lvl3pPr marL="555323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3pPr>
    <a:lvl4pPr marL="832986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4pPr>
    <a:lvl5pPr marL="1110648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5pPr>
    <a:lvl6pPr marL="1388309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6pPr>
    <a:lvl7pPr marL="1665970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7pPr>
    <a:lvl8pPr marL="1943632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8pPr>
    <a:lvl9pPr marL="2221295" algn="l" defTabSz="277662" rtl="0" eaLnBrk="1" latinLnBrk="0" hangingPunct="1">
      <a:defRPr sz="109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CLACHLAN, David" initials="MD" lastIdx="1" clrIdx="0">
    <p:extLst>
      <p:ext uri="{19B8F6BF-5375-455C-9EA6-DF929625EA0E}">
        <p15:presenceInfo xmlns:p15="http://schemas.microsoft.com/office/powerpoint/2012/main" userId="S::David.MCLACHLAN@suncorp.com.au::8b86ce0d-abbf-48b4-81e4-dbf7b3f4d1e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24" autoAdjust="0"/>
    <p:restoredTop sz="94660"/>
  </p:normalViewPr>
  <p:slideViewPr>
    <p:cSldViewPr snapToGrid="0">
      <p:cViewPr>
        <p:scale>
          <a:sx n="100" d="100"/>
          <a:sy n="100" d="100"/>
        </p:scale>
        <p:origin x="293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883861"/>
            <a:ext cx="8099822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836605"/>
            <a:ext cx="8099822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78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422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346419"/>
            <a:ext cx="9314796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3614203"/>
            <a:ext cx="9314796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212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437680"/>
            <a:ext cx="4589899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9958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87536"/>
            <a:ext cx="9314796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323916"/>
            <a:ext cx="45688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972747"/>
            <a:ext cx="45688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323916"/>
            <a:ext cx="459130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972747"/>
            <a:ext cx="4591306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5495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767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13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777597"/>
            <a:ext cx="5467380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332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360045"/>
            <a:ext cx="3483204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777597"/>
            <a:ext cx="5467380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620202"/>
            <a:ext cx="3483204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88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381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87536"/>
            <a:ext cx="2328699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87536"/>
            <a:ext cx="6851100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860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87536"/>
            <a:ext cx="9314796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437680"/>
            <a:ext cx="9314796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89202-C83F-4711-A145-128FEF804765}" type="datetimeFigureOut">
              <a:rPr lang="en-AU" smtClean="0"/>
              <a:t>21/11/2023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5005626"/>
            <a:ext cx="364492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5005626"/>
            <a:ext cx="2429947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9C69D-0805-400B-801C-F808B9FDDAA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1001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3D3A59E-63AA-4866-82B0-ABE7D7CA32B9}"/>
              </a:ext>
            </a:extLst>
          </p:cNvPr>
          <p:cNvCxnSpPr>
            <a:cxnSpLocks/>
          </p:cNvCxnSpPr>
          <p:nvPr/>
        </p:nvCxnSpPr>
        <p:spPr>
          <a:xfrm>
            <a:off x="3925365" y="629572"/>
            <a:ext cx="0" cy="3905741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28D72A6-E2D5-4E98-BBCD-77BE602506F4}"/>
              </a:ext>
            </a:extLst>
          </p:cNvPr>
          <p:cNvCxnSpPr>
            <a:cxnSpLocks/>
          </p:cNvCxnSpPr>
          <p:nvPr/>
        </p:nvCxnSpPr>
        <p:spPr>
          <a:xfrm>
            <a:off x="8868944" y="587508"/>
            <a:ext cx="0" cy="3939035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28D72A6-E2D5-4E98-BBCD-77BE602506F4}"/>
              </a:ext>
            </a:extLst>
          </p:cNvPr>
          <p:cNvCxnSpPr>
            <a:cxnSpLocks/>
          </p:cNvCxnSpPr>
          <p:nvPr/>
        </p:nvCxnSpPr>
        <p:spPr>
          <a:xfrm>
            <a:off x="6572829" y="587508"/>
            <a:ext cx="0" cy="3939035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BF96D12-DCD0-424D-98F1-AE55314A2E09}"/>
              </a:ext>
            </a:extLst>
          </p:cNvPr>
          <p:cNvSpPr txBox="1"/>
          <p:nvPr/>
        </p:nvSpPr>
        <p:spPr>
          <a:xfrm>
            <a:off x="135015" y="4661644"/>
            <a:ext cx="141199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LEGEND</a:t>
            </a:r>
            <a:r>
              <a:rPr lang="en-AU" sz="900" b="1" i="1" dirty="0"/>
              <a:t>:</a:t>
            </a:r>
          </a:p>
          <a:p>
            <a:r>
              <a:rPr lang="en-AU" sz="600" dirty="0">
                <a:solidFill>
                  <a:schemeClr val="accent4"/>
                </a:solidFill>
              </a:rPr>
              <a:t>Yellow =</a:t>
            </a:r>
          </a:p>
          <a:p>
            <a:r>
              <a:rPr lang="en-AU" sz="600" dirty="0">
                <a:solidFill>
                  <a:schemeClr val="accent2"/>
                </a:solidFill>
              </a:rPr>
              <a:t>Orange =</a:t>
            </a:r>
          </a:p>
          <a:p>
            <a:r>
              <a:rPr lang="en-AU" sz="600" dirty="0">
                <a:solidFill>
                  <a:srgbClr val="0070C0"/>
                </a:solidFill>
              </a:rPr>
              <a:t>Blue = </a:t>
            </a:r>
          </a:p>
          <a:p>
            <a:r>
              <a:rPr lang="en-AU" sz="600" dirty="0">
                <a:solidFill>
                  <a:schemeClr val="accent6"/>
                </a:solidFill>
              </a:rPr>
              <a:t>Triangle = </a:t>
            </a:r>
          </a:p>
          <a:p>
            <a:r>
              <a:rPr lang="en-AU" sz="600" dirty="0"/>
              <a:t>Grey = </a:t>
            </a:r>
            <a:endParaRPr lang="en-AU" sz="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74380F-D966-4093-8971-6192295B71C4}"/>
              </a:ext>
            </a:extLst>
          </p:cNvPr>
          <p:cNvCxnSpPr>
            <a:cxnSpLocks/>
          </p:cNvCxnSpPr>
          <p:nvPr/>
        </p:nvCxnSpPr>
        <p:spPr>
          <a:xfrm>
            <a:off x="160434" y="4526543"/>
            <a:ext cx="10441135" cy="0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3F824ED7-7CE2-4359-AFE6-5FBDB46B2D93}"/>
              </a:ext>
            </a:extLst>
          </p:cNvPr>
          <p:cNvSpPr/>
          <p:nvPr/>
        </p:nvSpPr>
        <p:spPr>
          <a:xfrm>
            <a:off x="3265669" y="4750553"/>
            <a:ext cx="659696" cy="5248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67418" y="74400"/>
            <a:ext cx="273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Name:  </a:t>
            </a:r>
            <a:endParaRPr lang="en-AU" sz="1400" dirty="0"/>
          </a:p>
        </p:txBody>
      </p:sp>
      <p:sp>
        <p:nvSpPr>
          <p:cNvPr id="82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4875717" y="4716737"/>
            <a:ext cx="825804" cy="478848"/>
          </a:xfrm>
          <a:prstGeom prst="wedgeEllipseCallout">
            <a:avLst>
              <a:gd name="adj1" fmla="val -53557"/>
              <a:gd name="adj2" fmla="val 6917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Add a comment wherever you need.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031163" y="4956161"/>
            <a:ext cx="278893" cy="1440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No</a:t>
            </a:r>
          </a:p>
        </p:txBody>
      </p:sp>
      <p:sp>
        <p:nvSpPr>
          <p:cNvPr id="80" name="Flowchart: Document 79">
            <a:extLst>
              <a:ext uri="{FF2B5EF4-FFF2-40B4-BE49-F238E27FC236}">
                <a16:creationId xmlns:a16="http://schemas.microsoft.com/office/drawing/2014/main" id="{6F96DF01-983D-48E6-9E28-F4CC653A74AB}"/>
              </a:ext>
            </a:extLst>
          </p:cNvPr>
          <p:cNvSpPr/>
          <p:nvPr/>
        </p:nvSpPr>
        <p:spPr>
          <a:xfrm>
            <a:off x="5876499" y="4820781"/>
            <a:ext cx="402723" cy="331244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Document or note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6548290" y="4792269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700" dirty="0">
                <a:solidFill>
                  <a:schemeClr val="tx1"/>
                </a:solidFill>
              </a:rPr>
              <a:t>System or Database</a:t>
            </a:r>
            <a:endParaRPr lang="en-AU" sz="10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97594" y="392212"/>
            <a:ext cx="10199353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417986" y="4956161"/>
            <a:ext cx="284497" cy="1440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Yes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FA6507C-8CCE-4C05-80C7-DB362D49E33A}"/>
              </a:ext>
            </a:extLst>
          </p:cNvPr>
          <p:cNvSpPr txBox="1"/>
          <p:nvPr/>
        </p:nvSpPr>
        <p:spPr>
          <a:xfrm>
            <a:off x="1364185" y="553899"/>
            <a:ext cx="1242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1 Name</a:t>
            </a:r>
          </a:p>
        </p:txBody>
      </p:sp>
      <p:sp>
        <p:nvSpPr>
          <p:cNvPr id="66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160434" y="2051784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D93225C6-A3D2-46D0-B766-C07182F88A6E}"/>
              </a:ext>
            </a:extLst>
          </p:cNvPr>
          <p:cNvSpPr/>
          <p:nvPr/>
        </p:nvSpPr>
        <p:spPr>
          <a:xfrm>
            <a:off x="882851" y="1970970"/>
            <a:ext cx="586132" cy="4697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848557-1B91-428B-A8A3-7C32FDF9CC9C}"/>
              </a:ext>
            </a:extLst>
          </p:cNvPr>
          <p:cNvSpPr txBox="1"/>
          <p:nvPr/>
        </p:nvSpPr>
        <p:spPr>
          <a:xfrm>
            <a:off x="4747980" y="542935"/>
            <a:ext cx="991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2</a:t>
            </a:r>
          </a:p>
        </p:txBody>
      </p:sp>
      <p:sp>
        <p:nvSpPr>
          <p:cNvPr id="6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1704124" y="1485804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1</a:t>
            </a:r>
          </a:p>
        </p:txBody>
      </p:sp>
      <p:cxnSp>
        <p:nvCxnSpPr>
          <p:cNvPr id="71" name="Curved Connector 70"/>
          <p:cNvCxnSpPr>
            <a:stCxn id="67" idx="3"/>
            <a:endCxn id="69" idx="1"/>
          </p:cNvCxnSpPr>
          <p:nvPr/>
        </p:nvCxnSpPr>
        <p:spPr>
          <a:xfrm flipV="1">
            <a:off x="1468983" y="1687451"/>
            <a:ext cx="235141" cy="51841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urved Connector 71"/>
          <p:cNvCxnSpPr>
            <a:stCxn id="66" idx="3"/>
            <a:endCxn id="67" idx="1"/>
          </p:cNvCxnSpPr>
          <p:nvPr/>
        </p:nvCxnSpPr>
        <p:spPr>
          <a:xfrm>
            <a:off x="689637" y="2204144"/>
            <a:ext cx="193214" cy="1721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973C615B-85E7-4F1D-A633-B445B48648AF}"/>
              </a:ext>
            </a:extLst>
          </p:cNvPr>
          <p:cNvSpPr txBox="1"/>
          <p:nvPr/>
        </p:nvSpPr>
        <p:spPr>
          <a:xfrm>
            <a:off x="7453494" y="566037"/>
            <a:ext cx="813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1440548" y="1913298"/>
            <a:ext cx="263576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Yes</a:t>
            </a:r>
          </a:p>
        </p:txBody>
      </p:sp>
      <p:sp>
        <p:nvSpPr>
          <p:cNvPr id="81" name="Flowchart: Magnetic Disk 80"/>
          <p:cNvSpPr/>
          <p:nvPr/>
        </p:nvSpPr>
        <p:spPr>
          <a:xfrm>
            <a:off x="2607013" y="1437531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567" dirty="0">
                <a:solidFill>
                  <a:schemeClr val="tx1"/>
                </a:solidFill>
              </a:rPr>
              <a:t>Database or System</a:t>
            </a:r>
            <a:endParaRPr lang="en-AU" sz="993" dirty="0">
              <a:solidFill>
                <a:schemeClr val="tx1"/>
              </a:solidFill>
            </a:endParaRPr>
          </a:p>
        </p:txBody>
      </p:sp>
      <p:cxnSp>
        <p:nvCxnSpPr>
          <p:cNvPr id="84" name="Curved Connector 83"/>
          <p:cNvCxnSpPr>
            <a:stCxn id="69" idx="3"/>
            <a:endCxn id="81" idx="2"/>
          </p:cNvCxnSpPr>
          <p:nvPr/>
        </p:nvCxnSpPr>
        <p:spPr>
          <a:xfrm flipV="1">
            <a:off x="2312670" y="1683448"/>
            <a:ext cx="294343" cy="400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urved Connector 142"/>
          <p:cNvCxnSpPr/>
          <p:nvPr/>
        </p:nvCxnSpPr>
        <p:spPr>
          <a:xfrm>
            <a:off x="2883398" y="4870927"/>
            <a:ext cx="414586" cy="29649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73C615B-85E7-4F1D-A633-B445B48648AF}"/>
              </a:ext>
            </a:extLst>
          </p:cNvPr>
          <p:cNvSpPr txBox="1"/>
          <p:nvPr/>
        </p:nvSpPr>
        <p:spPr>
          <a:xfrm>
            <a:off x="9391312" y="561954"/>
            <a:ext cx="813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Phase 4</a:t>
            </a:r>
          </a:p>
        </p:txBody>
      </p:sp>
      <p:sp>
        <p:nvSpPr>
          <p:cNvPr id="54" name="Rectangle: Rounded Corners 3">
            <a:extLst>
              <a:ext uri="{FF2B5EF4-FFF2-40B4-BE49-F238E27FC236}">
                <a16:creationId xmlns:a16="http://schemas.microsoft.com/office/drawing/2014/main" id="{FDAEFBA3-542B-4201-AAF5-E92BB0B85C78}"/>
              </a:ext>
            </a:extLst>
          </p:cNvPr>
          <p:cNvSpPr/>
          <p:nvPr/>
        </p:nvSpPr>
        <p:spPr>
          <a:xfrm>
            <a:off x="969743" y="4841732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  <p:sp>
        <p:nvSpPr>
          <p:cNvPr id="55" name="Rectangle: Rounded Corners 136">
            <a:extLst>
              <a:ext uri="{FF2B5EF4-FFF2-40B4-BE49-F238E27FC236}">
                <a16:creationId xmlns:a16="http://schemas.microsoft.com/office/drawing/2014/main" id="{D6B3C18E-F408-4799-A4A8-5BD5EFA44125}"/>
              </a:ext>
            </a:extLst>
          </p:cNvPr>
          <p:cNvSpPr/>
          <p:nvPr/>
        </p:nvSpPr>
        <p:spPr>
          <a:xfrm>
            <a:off x="1609558" y="481451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Process Step</a:t>
            </a:r>
          </a:p>
        </p:txBody>
      </p:sp>
      <p:cxnSp>
        <p:nvCxnSpPr>
          <p:cNvPr id="56" name="Elbow Connector 69">
            <a:extLst>
              <a:ext uri="{FF2B5EF4-FFF2-40B4-BE49-F238E27FC236}">
                <a16:creationId xmlns:a16="http://schemas.microsoft.com/office/drawing/2014/main" id="{05443AE1-B489-49DF-B11B-73390D9B7EFD}"/>
              </a:ext>
            </a:extLst>
          </p:cNvPr>
          <p:cNvCxnSpPr/>
          <p:nvPr/>
        </p:nvCxnSpPr>
        <p:spPr>
          <a:xfrm flipV="1">
            <a:off x="2424032" y="4849527"/>
            <a:ext cx="351648" cy="3332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03A053-B634-0DAF-28B4-AEDC4B063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312211"/>
              </p:ext>
            </p:extLst>
          </p:nvPr>
        </p:nvGraphicFramePr>
        <p:xfrm>
          <a:off x="8343552" y="4791558"/>
          <a:ext cx="2258017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3777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Blank template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9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A6507C-8CCE-4C05-80C7-DB362D49E33A}"/>
              </a:ext>
            </a:extLst>
          </p:cNvPr>
          <p:cNvSpPr txBox="1"/>
          <p:nvPr/>
        </p:nvSpPr>
        <p:spPr>
          <a:xfrm>
            <a:off x="1364185" y="553899"/>
            <a:ext cx="938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Ordering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96D12-DCD0-424D-98F1-AE55314A2E09}"/>
              </a:ext>
            </a:extLst>
          </p:cNvPr>
          <p:cNvSpPr txBox="1"/>
          <p:nvPr/>
        </p:nvSpPr>
        <p:spPr>
          <a:xfrm>
            <a:off x="201447" y="3881606"/>
            <a:ext cx="141199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LEGEND</a:t>
            </a:r>
            <a:r>
              <a:rPr lang="en-AU" sz="1000" b="1" i="1" dirty="0"/>
              <a:t>:</a:t>
            </a:r>
          </a:p>
          <a:p>
            <a:r>
              <a:rPr lang="en-AU" sz="700" dirty="0">
                <a:solidFill>
                  <a:schemeClr val="accent4"/>
                </a:solidFill>
              </a:rPr>
              <a:t>Yellow = Process step</a:t>
            </a:r>
          </a:p>
          <a:p>
            <a:r>
              <a:rPr lang="en-AU" sz="700" dirty="0">
                <a:solidFill>
                  <a:srgbClr val="0070C0"/>
                </a:solidFill>
              </a:rPr>
              <a:t>Blue = Payment</a:t>
            </a:r>
          </a:p>
          <a:p>
            <a:r>
              <a:rPr lang="en-AU" sz="700" dirty="0">
                <a:solidFill>
                  <a:schemeClr val="accent6"/>
                </a:solidFill>
              </a:rPr>
              <a:t>Triangle = Decision Point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160434" y="2051784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D93225C6-A3D2-46D0-B766-C07182F88A6E}"/>
              </a:ext>
            </a:extLst>
          </p:cNvPr>
          <p:cNvSpPr/>
          <p:nvPr/>
        </p:nvSpPr>
        <p:spPr>
          <a:xfrm>
            <a:off x="882851" y="1970970"/>
            <a:ext cx="586132" cy="4697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Customer Online?</a:t>
            </a:r>
            <a:endParaRPr lang="en-AU" sz="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48557-1B91-428B-A8A3-7C32FDF9CC9C}"/>
              </a:ext>
            </a:extLst>
          </p:cNvPr>
          <p:cNvSpPr txBox="1"/>
          <p:nvPr/>
        </p:nvSpPr>
        <p:spPr>
          <a:xfrm>
            <a:off x="5064204" y="542935"/>
            <a:ext cx="9914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Cooking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74380F-D966-4093-8971-6192295B71C4}"/>
              </a:ext>
            </a:extLst>
          </p:cNvPr>
          <p:cNvCxnSpPr>
            <a:cxnSpLocks/>
          </p:cNvCxnSpPr>
          <p:nvPr/>
        </p:nvCxnSpPr>
        <p:spPr>
          <a:xfrm>
            <a:off x="174246" y="4517520"/>
            <a:ext cx="10441135" cy="0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D3A59E-63AA-4866-82B0-ABE7D7CA32B9}"/>
              </a:ext>
            </a:extLst>
          </p:cNvPr>
          <p:cNvCxnSpPr>
            <a:cxnSpLocks/>
          </p:cNvCxnSpPr>
          <p:nvPr/>
        </p:nvCxnSpPr>
        <p:spPr>
          <a:xfrm>
            <a:off x="3870700" y="606641"/>
            <a:ext cx="0" cy="3905741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1704124" y="1485804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Customer Orders Pizza Online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25035" y="64499"/>
            <a:ext cx="26301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Name: Local Pizzeria</a:t>
            </a:r>
            <a:endParaRPr lang="en-AU" sz="1400" dirty="0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28D72A6-E2D5-4E98-BBCD-77BE602506F4}"/>
              </a:ext>
            </a:extLst>
          </p:cNvPr>
          <p:cNvCxnSpPr>
            <a:cxnSpLocks/>
          </p:cNvCxnSpPr>
          <p:nvPr/>
        </p:nvCxnSpPr>
        <p:spPr>
          <a:xfrm>
            <a:off x="7198769" y="587508"/>
            <a:ext cx="0" cy="3939035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5885295" y="3361363"/>
            <a:ext cx="825804" cy="478848"/>
          </a:xfrm>
          <a:prstGeom prst="wedgeEllipseCallout">
            <a:avLst>
              <a:gd name="adj1" fmla="val -43491"/>
              <a:gd name="adj2" fmla="val -11073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Chef chooses and follows from 11 different recipes </a:t>
            </a:r>
            <a:endParaRPr lang="en-AU" sz="9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97594" y="392212"/>
            <a:ext cx="10199353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stCxn id="5" idx="3"/>
            <a:endCxn id="137" idx="1"/>
          </p:cNvCxnSpPr>
          <p:nvPr/>
        </p:nvCxnSpPr>
        <p:spPr>
          <a:xfrm flipV="1">
            <a:off x="1468983" y="1687451"/>
            <a:ext cx="235141" cy="51841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/>
          <p:cNvCxnSpPr>
            <a:stCxn id="4" idx="3"/>
            <a:endCxn id="5" idx="1"/>
          </p:cNvCxnSpPr>
          <p:nvPr/>
        </p:nvCxnSpPr>
        <p:spPr>
          <a:xfrm>
            <a:off x="689637" y="2204144"/>
            <a:ext cx="193214" cy="1721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urved Connector 90"/>
          <p:cNvCxnSpPr>
            <a:stCxn id="5" idx="3"/>
            <a:endCxn id="65" idx="1"/>
          </p:cNvCxnSpPr>
          <p:nvPr/>
        </p:nvCxnSpPr>
        <p:spPr>
          <a:xfrm>
            <a:off x="1468983" y="2205865"/>
            <a:ext cx="235141" cy="575970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28D72A6-E2D5-4E98-BBCD-77BE602506F4}"/>
              </a:ext>
            </a:extLst>
          </p:cNvPr>
          <p:cNvCxnSpPr>
            <a:cxnSpLocks/>
          </p:cNvCxnSpPr>
          <p:nvPr/>
        </p:nvCxnSpPr>
        <p:spPr>
          <a:xfrm>
            <a:off x="9116594" y="587508"/>
            <a:ext cx="0" cy="3939035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973C615B-85E7-4F1D-A633-B445B48648AF}"/>
              </a:ext>
            </a:extLst>
          </p:cNvPr>
          <p:cNvSpPr txBox="1"/>
          <p:nvPr/>
        </p:nvSpPr>
        <p:spPr>
          <a:xfrm>
            <a:off x="7692366" y="566037"/>
            <a:ext cx="813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Delivery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988078"/>
              </p:ext>
            </p:extLst>
          </p:nvPr>
        </p:nvGraphicFramePr>
        <p:xfrm>
          <a:off x="9063849" y="4794757"/>
          <a:ext cx="14934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3777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EXAMPLE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1440548" y="1913298"/>
            <a:ext cx="263576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Yes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1447679" y="2353227"/>
            <a:ext cx="263576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No</a:t>
            </a:r>
          </a:p>
        </p:txBody>
      </p:sp>
      <p:sp>
        <p:nvSpPr>
          <p:cNvPr id="65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1704124" y="2580188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Customer Orders Pizza In the Shop</a:t>
            </a:r>
          </a:p>
        </p:txBody>
      </p:sp>
      <p:sp>
        <p:nvSpPr>
          <p:cNvPr id="67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2501927" y="258018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Order taker enters order in the system.</a:t>
            </a:r>
          </a:p>
        </p:txBody>
      </p:sp>
      <p:sp>
        <p:nvSpPr>
          <p:cNvPr id="68" name="Flowchart: Magnetic Disk 67"/>
          <p:cNvSpPr/>
          <p:nvPr/>
        </p:nvSpPr>
        <p:spPr>
          <a:xfrm>
            <a:off x="3199648" y="1441534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567" dirty="0">
                <a:solidFill>
                  <a:schemeClr val="tx1"/>
                </a:solidFill>
              </a:rPr>
              <a:t>Pizza System sends order to kitchen</a:t>
            </a:r>
            <a:endParaRPr lang="en-AU" sz="993" dirty="0">
              <a:solidFill>
                <a:schemeClr val="tx1"/>
              </a:solidFill>
            </a:endParaRPr>
          </a:p>
        </p:txBody>
      </p:sp>
      <p:cxnSp>
        <p:nvCxnSpPr>
          <p:cNvPr id="69" name="Curved Connector 68"/>
          <p:cNvCxnSpPr>
            <a:stCxn id="65" idx="3"/>
            <a:endCxn id="67" idx="1"/>
          </p:cNvCxnSpPr>
          <p:nvPr/>
        </p:nvCxnSpPr>
        <p:spPr>
          <a:xfrm flipV="1">
            <a:off x="2312670" y="2781834"/>
            <a:ext cx="189257" cy="1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urved Connector 71"/>
          <p:cNvCxnSpPr>
            <a:stCxn id="137" idx="3"/>
            <a:endCxn id="115" idx="1"/>
          </p:cNvCxnSpPr>
          <p:nvPr/>
        </p:nvCxnSpPr>
        <p:spPr>
          <a:xfrm flipV="1">
            <a:off x="2312670" y="1687026"/>
            <a:ext cx="174035" cy="42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Flowchart: Magnetic Disk 74"/>
          <p:cNvSpPr/>
          <p:nvPr/>
        </p:nvSpPr>
        <p:spPr>
          <a:xfrm>
            <a:off x="3267234" y="2533726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567" dirty="0">
                <a:solidFill>
                  <a:schemeClr val="tx1"/>
                </a:solidFill>
              </a:rPr>
              <a:t>Pizza System sends order to kitchen</a:t>
            </a:r>
            <a:endParaRPr lang="en-AU" sz="993" dirty="0">
              <a:solidFill>
                <a:schemeClr val="tx1"/>
              </a:solidFill>
            </a:endParaRPr>
          </a:p>
        </p:txBody>
      </p:sp>
      <p:cxnSp>
        <p:nvCxnSpPr>
          <p:cNvPr id="76" name="Curved Connector 75"/>
          <p:cNvCxnSpPr>
            <a:stCxn id="67" idx="3"/>
            <a:endCxn id="75" idx="2"/>
          </p:cNvCxnSpPr>
          <p:nvPr/>
        </p:nvCxnSpPr>
        <p:spPr>
          <a:xfrm flipV="1">
            <a:off x="3110473" y="2779643"/>
            <a:ext cx="156761" cy="2191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138857" y="146668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Knead the dough into a pizza base.</a:t>
            </a:r>
          </a:p>
        </p:txBody>
      </p:sp>
      <p:cxnSp>
        <p:nvCxnSpPr>
          <p:cNvPr id="81" name="Curved Connector 80"/>
          <p:cNvCxnSpPr>
            <a:stCxn id="68" idx="4"/>
            <a:endCxn id="79" idx="1"/>
          </p:cNvCxnSpPr>
          <p:nvPr/>
        </p:nvCxnSpPr>
        <p:spPr>
          <a:xfrm flipV="1">
            <a:off x="3708505" y="1668334"/>
            <a:ext cx="430352" cy="1911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stCxn id="75" idx="4"/>
            <a:endCxn id="103" idx="1"/>
          </p:cNvCxnSpPr>
          <p:nvPr/>
        </p:nvCxnSpPr>
        <p:spPr>
          <a:xfrm flipV="1">
            <a:off x="3776091" y="2761159"/>
            <a:ext cx="335344" cy="1848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889145" y="1476325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Spread the sauce</a:t>
            </a:r>
          </a:p>
        </p:txBody>
      </p:sp>
      <p:sp>
        <p:nvSpPr>
          <p:cNvPr id="90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5651911" y="146668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Add the toppings and cheese</a:t>
            </a:r>
          </a:p>
        </p:txBody>
      </p:sp>
      <p:sp>
        <p:nvSpPr>
          <p:cNvPr id="92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6422652" y="146668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Place pizza in the oven</a:t>
            </a:r>
          </a:p>
        </p:txBody>
      </p:sp>
      <p:cxnSp>
        <p:nvCxnSpPr>
          <p:cNvPr id="93" name="Curved Connector 92"/>
          <p:cNvCxnSpPr>
            <a:stCxn id="79" idx="3"/>
            <a:endCxn id="89" idx="1"/>
          </p:cNvCxnSpPr>
          <p:nvPr/>
        </p:nvCxnSpPr>
        <p:spPr>
          <a:xfrm>
            <a:off x="4747403" y="1668334"/>
            <a:ext cx="141742" cy="96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urved Connector 93"/>
          <p:cNvCxnSpPr>
            <a:stCxn id="89" idx="3"/>
            <a:endCxn id="90" idx="1"/>
          </p:cNvCxnSpPr>
          <p:nvPr/>
        </p:nvCxnSpPr>
        <p:spPr>
          <a:xfrm flipV="1">
            <a:off x="5497691" y="1668334"/>
            <a:ext cx="154220" cy="96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urved Connector 96"/>
          <p:cNvCxnSpPr>
            <a:stCxn id="90" idx="3"/>
            <a:endCxn id="92" idx="1"/>
          </p:cNvCxnSpPr>
          <p:nvPr/>
        </p:nvCxnSpPr>
        <p:spPr>
          <a:xfrm>
            <a:off x="6260457" y="1668334"/>
            <a:ext cx="162195" cy="127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111435" y="255951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Knead the dough into a pizza base.</a:t>
            </a:r>
          </a:p>
        </p:txBody>
      </p:sp>
      <p:sp>
        <p:nvSpPr>
          <p:cNvPr id="104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861723" y="2569150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Spread the sauce</a:t>
            </a:r>
          </a:p>
        </p:txBody>
      </p:sp>
      <p:sp>
        <p:nvSpPr>
          <p:cNvPr id="105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5624489" y="255951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Add the toppings and cheese</a:t>
            </a:r>
          </a:p>
        </p:txBody>
      </p:sp>
      <p:sp>
        <p:nvSpPr>
          <p:cNvPr id="10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6395230" y="255951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Place pizza in the oven</a:t>
            </a:r>
          </a:p>
        </p:txBody>
      </p:sp>
      <p:cxnSp>
        <p:nvCxnSpPr>
          <p:cNvPr id="107" name="Curved Connector 106"/>
          <p:cNvCxnSpPr>
            <a:stCxn id="103" idx="3"/>
            <a:endCxn id="104" idx="1"/>
          </p:cNvCxnSpPr>
          <p:nvPr/>
        </p:nvCxnSpPr>
        <p:spPr>
          <a:xfrm>
            <a:off x="4719981" y="2761159"/>
            <a:ext cx="141742" cy="96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/>
          <p:cNvCxnSpPr>
            <a:stCxn id="104" idx="3"/>
            <a:endCxn id="105" idx="1"/>
          </p:cNvCxnSpPr>
          <p:nvPr/>
        </p:nvCxnSpPr>
        <p:spPr>
          <a:xfrm flipV="1">
            <a:off x="5470269" y="2761159"/>
            <a:ext cx="154220" cy="96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urved Connector 108"/>
          <p:cNvCxnSpPr>
            <a:stCxn id="105" idx="3"/>
            <a:endCxn id="106" idx="1"/>
          </p:cNvCxnSpPr>
          <p:nvPr/>
        </p:nvCxnSpPr>
        <p:spPr>
          <a:xfrm>
            <a:off x="6233035" y="2761159"/>
            <a:ext cx="162195" cy="127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2486705" y="1485379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Customer pays for their order</a:t>
            </a:r>
          </a:p>
        </p:txBody>
      </p:sp>
      <p:cxnSp>
        <p:nvCxnSpPr>
          <p:cNvPr id="116" name="Curved Connector 115"/>
          <p:cNvCxnSpPr>
            <a:stCxn id="115" idx="3"/>
            <a:endCxn id="68" idx="2"/>
          </p:cNvCxnSpPr>
          <p:nvPr/>
        </p:nvCxnSpPr>
        <p:spPr>
          <a:xfrm>
            <a:off x="3095251" y="1687026"/>
            <a:ext cx="104397" cy="42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7421284" y="255951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Customer pays for their order</a:t>
            </a:r>
          </a:p>
        </p:txBody>
      </p:sp>
      <p:sp>
        <p:nvSpPr>
          <p:cNvPr id="120" name="Diamond 119">
            <a:extLst>
              <a:ext uri="{FF2B5EF4-FFF2-40B4-BE49-F238E27FC236}">
                <a16:creationId xmlns:a16="http://schemas.microsoft.com/office/drawing/2014/main" id="{D93225C6-A3D2-46D0-B766-C07182F88A6E}"/>
              </a:ext>
            </a:extLst>
          </p:cNvPr>
          <p:cNvSpPr/>
          <p:nvPr/>
        </p:nvSpPr>
        <p:spPr>
          <a:xfrm>
            <a:off x="7375536" y="1425882"/>
            <a:ext cx="586132" cy="4697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Pick-up or Delivery?</a:t>
            </a:r>
            <a:endParaRPr lang="en-AU" sz="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1" name="Curved Connector 120"/>
          <p:cNvCxnSpPr>
            <a:stCxn id="92" idx="3"/>
            <a:endCxn id="120" idx="1"/>
          </p:cNvCxnSpPr>
          <p:nvPr/>
        </p:nvCxnSpPr>
        <p:spPr>
          <a:xfrm flipV="1">
            <a:off x="7031198" y="1660777"/>
            <a:ext cx="344338" cy="755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urved Connector 122"/>
          <p:cNvCxnSpPr>
            <a:stCxn id="106" idx="3"/>
            <a:endCxn id="118" idx="1"/>
          </p:cNvCxnSpPr>
          <p:nvPr/>
        </p:nvCxnSpPr>
        <p:spPr>
          <a:xfrm>
            <a:off x="7003776" y="2761159"/>
            <a:ext cx="417508" cy="127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8259901" y="2552946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Customer receives Pizza</a:t>
            </a:r>
          </a:p>
        </p:txBody>
      </p:sp>
      <p:cxnSp>
        <p:nvCxnSpPr>
          <p:cNvPr id="128" name="Curved Connector 127"/>
          <p:cNvCxnSpPr>
            <a:stCxn id="118" idx="3"/>
            <a:endCxn id="126" idx="1"/>
          </p:cNvCxnSpPr>
          <p:nvPr/>
        </p:nvCxnSpPr>
        <p:spPr>
          <a:xfrm flipV="1">
            <a:off x="8029830" y="2754593"/>
            <a:ext cx="230071" cy="656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urved Connector 129"/>
          <p:cNvCxnSpPr>
            <a:stCxn id="126" idx="3"/>
            <a:endCxn id="154" idx="1"/>
          </p:cNvCxnSpPr>
          <p:nvPr/>
        </p:nvCxnSpPr>
        <p:spPr>
          <a:xfrm flipV="1">
            <a:off x="8868447" y="2241899"/>
            <a:ext cx="728722" cy="51269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8433722" y="1452000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b="1" dirty="0"/>
              <a:t>Delivery person delivers pizza</a:t>
            </a:r>
          </a:p>
        </p:txBody>
      </p:sp>
      <p:cxnSp>
        <p:nvCxnSpPr>
          <p:cNvPr id="139" name="Curved Connector 138"/>
          <p:cNvCxnSpPr>
            <a:stCxn id="120" idx="3"/>
            <a:endCxn id="138" idx="1"/>
          </p:cNvCxnSpPr>
          <p:nvPr/>
        </p:nvCxnSpPr>
        <p:spPr>
          <a:xfrm flipV="1">
            <a:off x="7961668" y="1653647"/>
            <a:ext cx="472054" cy="713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urved Connector 141"/>
          <p:cNvCxnSpPr>
            <a:stCxn id="120" idx="3"/>
            <a:endCxn id="126" idx="1"/>
          </p:cNvCxnSpPr>
          <p:nvPr/>
        </p:nvCxnSpPr>
        <p:spPr>
          <a:xfrm>
            <a:off x="7961668" y="1660777"/>
            <a:ext cx="298233" cy="109381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7961667" y="2174703"/>
            <a:ext cx="298233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Pick up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8004772" y="1594813"/>
            <a:ext cx="319464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Delivery</a:t>
            </a:r>
          </a:p>
        </p:txBody>
      </p:sp>
      <p:cxnSp>
        <p:nvCxnSpPr>
          <p:cNvPr id="149" name="Curved Connector 148"/>
          <p:cNvCxnSpPr>
            <a:stCxn id="138" idx="3"/>
            <a:endCxn id="154" idx="1"/>
          </p:cNvCxnSpPr>
          <p:nvPr/>
        </p:nvCxnSpPr>
        <p:spPr>
          <a:xfrm>
            <a:off x="9042268" y="1653647"/>
            <a:ext cx="554901" cy="58825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2886253" y="824001"/>
            <a:ext cx="825804" cy="478848"/>
          </a:xfrm>
          <a:prstGeom prst="wedgeEllipseCallout">
            <a:avLst>
              <a:gd name="adj1" fmla="val -52642"/>
              <a:gd name="adj2" fmla="val 7075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Only Credit Card available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153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7809525" y="3259940"/>
            <a:ext cx="825804" cy="478848"/>
          </a:xfrm>
          <a:prstGeom prst="wedgeEllipseCallout">
            <a:avLst>
              <a:gd name="adj1" fmla="val -49897"/>
              <a:gd name="adj2" fmla="val -8232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Credit Card or Cash available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154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9597169" y="2089539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</p:spTree>
    <p:extLst>
      <p:ext uri="{BB962C8B-B14F-4D97-AF65-F5344CB8AC3E}">
        <p14:creationId xmlns:p14="http://schemas.microsoft.com/office/powerpoint/2010/main" val="1640864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54434"/>
              </p:ext>
            </p:extLst>
          </p:nvPr>
        </p:nvGraphicFramePr>
        <p:xfrm>
          <a:off x="195239" y="981620"/>
          <a:ext cx="10104943" cy="32590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930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4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181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Customer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81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Area 1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81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Area 2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81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Area 3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812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R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>
                    <a:lnL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BF96D12-DCD0-424D-98F1-AE55314A2E09}"/>
              </a:ext>
            </a:extLst>
          </p:cNvPr>
          <p:cNvSpPr txBox="1"/>
          <p:nvPr/>
        </p:nvSpPr>
        <p:spPr>
          <a:xfrm>
            <a:off x="135015" y="4661644"/>
            <a:ext cx="141199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LEGEND</a:t>
            </a:r>
            <a:r>
              <a:rPr lang="en-AU" sz="900" b="1" i="1" dirty="0"/>
              <a:t>:</a:t>
            </a:r>
          </a:p>
          <a:p>
            <a:r>
              <a:rPr lang="en-AU" sz="600" dirty="0">
                <a:solidFill>
                  <a:schemeClr val="accent4"/>
                </a:solidFill>
              </a:rPr>
              <a:t>Yellow =</a:t>
            </a:r>
          </a:p>
          <a:p>
            <a:r>
              <a:rPr lang="en-AU" sz="600" dirty="0">
                <a:solidFill>
                  <a:schemeClr val="accent2"/>
                </a:solidFill>
              </a:rPr>
              <a:t>Orange =</a:t>
            </a:r>
          </a:p>
          <a:p>
            <a:r>
              <a:rPr lang="en-AU" sz="600" dirty="0">
                <a:solidFill>
                  <a:srgbClr val="0070C0"/>
                </a:solidFill>
              </a:rPr>
              <a:t>Blue = </a:t>
            </a:r>
          </a:p>
          <a:p>
            <a:r>
              <a:rPr lang="en-AU" sz="600" dirty="0">
                <a:solidFill>
                  <a:schemeClr val="accent6"/>
                </a:solidFill>
              </a:rPr>
              <a:t>Triangle = </a:t>
            </a:r>
          </a:p>
          <a:p>
            <a:r>
              <a:rPr lang="en-AU" sz="600" dirty="0"/>
              <a:t>Grey = </a:t>
            </a:r>
            <a:endParaRPr lang="en-AU" sz="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74380F-D966-4093-8971-6192295B71C4}"/>
              </a:ext>
            </a:extLst>
          </p:cNvPr>
          <p:cNvCxnSpPr>
            <a:cxnSpLocks/>
          </p:cNvCxnSpPr>
          <p:nvPr/>
        </p:nvCxnSpPr>
        <p:spPr>
          <a:xfrm>
            <a:off x="153191" y="4578091"/>
            <a:ext cx="104411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3F824ED7-7CE2-4359-AFE6-5FBDB46B2D93}"/>
              </a:ext>
            </a:extLst>
          </p:cNvPr>
          <p:cNvSpPr/>
          <p:nvPr/>
        </p:nvSpPr>
        <p:spPr>
          <a:xfrm>
            <a:off x="3265669" y="4750553"/>
            <a:ext cx="659696" cy="5248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67418" y="74400"/>
            <a:ext cx="273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Name: </a:t>
            </a:r>
            <a:endParaRPr lang="en-AU" sz="1400" dirty="0"/>
          </a:p>
        </p:txBody>
      </p:sp>
      <p:sp>
        <p:nvSpPr>
          <p:cNvPr id="82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4875717" y="4716737"/>
            <a:ext cx="825804" cy="478848"/>
          </a:xfrm>
          <a:prstGeom prst="wedgeEllipseCallout">
            <a:avLst>
              <a:gd name="adj1" fmla="val -53557"/>
              <a:gd name="adj2" fmla="val 6917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Add a comment wherever you need.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031163" y="4956161"/>
            <a:ext cx="278893" cy="1440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No</a:t>
            </a:r>
          </a:p>
        </p:txBody>
      </p:sp>
      <p:sp>
        <p:nvSpPr>
          <p:cNvPr id="80" name="Flowchart: Document 79">
            <a:extLst>
              <a:ext uri="{FF2B5EF4-FFF2-40B4-BE49-F238E27FC236}">
                <a16:creationId xmlns:a16="http://schemas.microsoft.com/office/drawing/2014/main" id="{6F96DF01-983D-48E6-9E28-F4CC653A74AB}"/>
              </a:ext>
            </a:extLst>
          </p:cNvPr>
          <p:cNvSpPr/>
          <p:nvPr/>
        </p:nvSpPr>
        <p:spPr>
          <a:xfrm>
            <a:off x="5876499" y="4820781"/>
            <a:ext cx="402723" cy="331244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Document or note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6548290" y="4792269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700" dirty="0">
                <a:solidFill>
                  <a:schemeClr val="tx1"/>
                </a:solidFill>
              </a:rPr>
              <a:t>System or Database</a:t>
            </a:r>
            <a:endParaRPr lang="en-AU" sz="10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297594" y="407326"/>
            <a:ext cx="10153803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417986" y="4956161"/>
            <a:ext cx="284497" cy="1440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Yes</a:t>
            </a:r>
          </a:p>
        </p:txBody>
      </p:sp>
      <p:sp>
        <p:nvSpPr>
          <p:cNvPr id="66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1257546" y="1187614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D93225C6-A3D2-46D0-B766-C07182F88A6E}"/>
              </a:ext>
            </a:extLst>
          </p:cNvPr>
          <p:cNvSpPr/>
          <p:nvPr/>
        </p:nvSpPr>
        <p:spPr>
          <a:xfrm>
            <a:off x="2928615" y="1734354"/>
            <a:ext cx="586132" cy="4697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2060407" y="113428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1</a:t>
            </a:r>
          </a:p>
        </p:txBody>
      </p:sp>
      <p:cxnSp>
        <p:nvCxnSpPr>
          <p:cNvPr id="72" name="Curved Connector 71"/>
          <p:cNvCxnSpPr>
            <a:stCxn id="66" idx="3"/>
            <a:endCxn id="69" idx="1"/>
          </p:cNvCxnSpPr>
          <p:nvPr/>
        </p:nvCxnSpPr>
        <p:spPr>
          <a:xfrm flipV="1">
            <a:off x="1786749" y="1335934"/>
            <a:ext cx="273658" cy="4040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788724" y="2395151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1</a:t>
            </a:r>
          </a:p>
        </p:txBody>
      </p:sp>
      <p:sp>
        <p:nvSpPr>
          <p:cNvPr id="81" name="Flowchart: Magnetic Disk 80"/>
          <p:cNvSpPr/>
          <p:nvPr/>
        </p:nvSpPr>
        <p:spPr>
          <a:xfrm>
            <a:off x="3863747" y="1048566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567" dirty="0">
                <a:solidFill>
                  <a:schemeClr val="tx1"/>
                </a:solidFill>
              </a:rPr>
              <a:t>Database or System</a:t>
            </a:r>
            <a:endParaRPr lang="en-AU" sz="993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788724" y="175936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2</a:t>
            </a:r>
          </a:p>
        </p:txBody>
      </p:sp>
      <p:cxnSp>
        <p:nvCxnSpPr>
          <p:cNvPr id="92" name="Curved Connector 91"/>
          <p:cNvCxnSpPr>
            <a:stCxn id="78" idx="3"/>
            <a:endCxn id="103" idx="1"/>
          </p:cNvCxnSpPr>
          <p:nvPr/>
        </p:nvCxnSpPr>
        <p:spPr>
          <a:xfrm>
            <a:off x="5397270" y="2596798"/>
            <a:ext cx="588852" cy="824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5986122" y="1092836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3</a:t>
            </a:r>
          </a:p>
        </p:txBody>
      </p:sp>
      <p:sp>
        <p:nvSpPr>
          <p:cNvPr id="103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5986122" y="240339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2</a:t>
            </a:r>
          </a:p>
        </p:txBody>
      </p:sp>
      <p:sp>
        <p:nvSpPr>
          <p:cNvPr id="104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7075241" y="3020765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3</a:t>
            </a:r>
          </a:p>
        </p:txBody>
      </p:sp>
      <p:cxnSp>
        <p:nvCxnSpPr>
          <p:cNvPr id="107" name="Curved Connector 106"/>
          <p:cNvCxnSpPr>
            <a:stCxn id="103" idx="3"/>
            <a:endCxn id="104" idx="1"/>
          </p:cNvCxnSpPr>
          <p:nvPr/>
        </p:nvCxnSpPr>
        <p:spPr>
          <a:xfrm>
            <a:off x="6594668" y="2605044"/>
            <a:ext cx="480573" cy="61736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/>
          <p:cNvCxnSpPr>
            <a:stCxn id="104" idx="3"/>
            <a:endCxn id="123" idx="1"/>
          </p:cNvCxnSpPr>
          <p:nvPr/>
        </p:nvCxnSpPr>
        <p:spPr>
          <a:xfrm flipV="1">
            <a:off x="7683787" y="2687206"/>
            <a:ext cx="718612" cy="53520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Diamond 117">
            <a:extLst>
              <a:ext uri="{FF2B5EF4-FFF2-40B4-BE49-F238E27FC236}">
                <a16:creationId xmlns:a16="http://schemas.microsoft.com/office/drawing/2014/main" id="{D93225C6-A3D2-46D0-B766-C07182F88A6E}"/>
              </a:ext>
            </a:extLst>
          </p:cNvPr>
          <p:cNvSpPr/>
          <p:nvPr/>
        </p:nvSpPr>
        <p:spPr>
          <a:xfrm>
            <a:off x="7075241" y="1734354"/>
            <a:ext cx="586132" cy="4697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0" name="Curved Connector 119"/>
          <p:cNvCxnSpPr>
            <a:stCxn id="96" idx="3"/>
            <a:endCxn id="118" idx="1"/>
          </p:cNvCxnSpPr>
          <p:nvPr/>
        </p:nvCxnSpPr>
        <p:spPr>
          <a:xfrm>
            <a:off x="6594668" y="1294483"/>
            <a:ext cx="480573" cy="67476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8402399" y="2485559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4</a:t>
            </a:r>
          </a:p>
        </p:txBody>
      </p:sp>
      <p:cxnSp>
        <p:nvCxnSpPr>
          <p:cNvPr id="125" name="Curved Connector 124"/>
          <p:cNvCxnSpPr>
            <a:stCxn id="123" idx="3"/>
            <a:endCxn id="144" idx="1"/>
          </p:cNvCxnSpPr>
          <p:nvPr/>
        </p:nvCxnSpPr>
        <p:spPr>
          <a:xfrm flipV="1">
            <a:off x="9010945" y="1356684"/>
            <a:ext cx="581407" cy="133052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8405875" y="1771161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4</a:t>
            </a:r>
          </a:p>
        </p:txBody>
      </p:sp>
      <p:cxnSp>
        <p:nvCxnSpPr>
          <p:cNvPr id="128" name="Curved Connector 127"/>
          <p:cNvCxnSpPr>
            <a:stCxn id="118" idx="3"/>
            <a:endCxn id="126" idx="1"/>
          </p:cNvCxnSpPr>
          <p:nvPr/>
        </p:nvCxnSpPr>
        <p:spPr>
          <a:xfrm>
            <a:off x="7661373" y="1969249"/>
            <a:ext cx="744502" cy="355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urved Connector 128"/>
          <p:cNvCxnSpPr>
            <a:stCxn id="118" idx="3"/>
            <a:endCxn id="123" idx="1"/>
          </p:cNvCxnSpPr>
          <p:nvPr/>
        </p:nvCxnSpPr>
        <p:spPr>
          <a:xfrm>
            <a:off x="7661373" y="1969249"/>
            <a:ext cx="741026" cy="71795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7859962" y="2336201"/>
            <a:ext cx="366262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That way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7861912" y="1911806"/>
            <a:ext cx="417688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This way</a:t>
            </a:r>
          </a:p>
        </p:txBody>
      </p:sp>
      <p:cxnSp>
        <p:nvCxnSpPr>
          <p:cNvPr id="133" name="Curved Connector 132"/>
          <p:cNvCxnSpPr>
            <a:stCxn id="126" idx="3"/>
            <a:endCxn id="144" idx="1"/>
          </p:cNvCxnSpPr>
          <p:nvPr/>
        </p:nvCxnSpPr>
        <p:spPr>
          <a:xfrm flipV="1">
            <a:off x="9014421" y="1356684"/>
            <a:ext cx="577931" cy="61612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969743" y="4841732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  <p:sp>
        <p:nvSpPr>
          <p:cNvPr id="142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1609558" y="481451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Process Step</a:t>
            </a:r>
          </a:p>
        </p:txBody>
      </p:sp>
      <p:cxnSp>
        <p:nvCxnSpPr>
          <p:cNvPr id="143" name="Curved Connector 142"/>
          <p:cNvCxnSpPr/>
          <p:nvPr/>
        </p:nvCxnSpPr>
        <p:spPr>
          <a:xfrm>
            <a:off x="2883398" y="4870927"/>
            <a:ext cx="414586" cy="29649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9592352" y="1204324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Finish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466290"/>
              </p:ext>
            </p:extLst>
          </p:nvPr>
        </p:nvGraphicFramePr>
        <p:xfrm>
          <a:off x="9063849" y="4813824"/>
          <a:ext cx="14934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32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Swim-lane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Elbow Connector 4"/>
          <p:cNvCxnSpPr>
            <a:stCxn id="69" idx="3"/>
            <a:endCxn id="67" idx="1"/>
          </p:cNvCxnSpPr>
          <p:nvPr/>
        </p:nvCxnSpPr>
        <p:spPr>
          <a:xfrm>
            <a:off x="2668953" y="1335934"/>
            <a:ext cx="259662" cy="633315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67" idx="3"/>
            <a:endCxn id="81" idx="2"/>
          </p:cNvCxnSpPr>
          <p:nvPr/>
        </p:nvCxnSpPr>
        <p:spPr>
          <a:xfrm flipV="1">
            <a:off x="3514747" y="1294483"/>
            <a:ext cx="349000" cy="674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525789" y="1665534"/>
            <a:ext cx="263576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Yes</a:t>
            </a:r>
          </a:p>
        </p:txBody>
      </p:sp>
      <p:cxnSp>
        <p:nvCxnSpPr>
          <p:cNvPr id="56" name="Elbow Connector 55"/>
          <p:cNvCxnSpPr>
            <a:stCxn id="67" idx="3"/>
            <a:endCxn id="78" idx="1"/>
          </p:cNvCxnSpPr>
          <p:nvPr/>
        </p:nvCxnSpPr>
        <p:spPr>
          <a:xfrm>
            <a:off x="3514747" y="1969249"/>
            <a:ext cx="1273977" cy="627549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837303" y="1893813"/>
            <a:ext cx="263576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No</a:t>
            </a:r>
          </a:p>
        </p:txBody>
      </p:sp>
      <p:cxnSp>
        <p:nvCxnSpPr>
          <p:cNvPr id="59" name="Elbow Connector 58"/>
          <p:cNvCxnSpPr>
            <a:stCxn id="81" idx="4"/>
            <a:endCxn id="89" idx="1"/>
          </p:cNvCxnSpPr>
          <p:nvPr/>
        </p:nvCxnSpPr>
        <p:spPr>
          <a:xfrm>
            <a:off x="4372604" y="1294483"/>
            <a:ext cx="416120" cy="666526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89" idx="3"/>
            <a:endCxn id="96" idx="1"/>
          </p:cNvCxnSpPr>
          <p:nvPr/>
        </p:nvCxnSpPr>
        <p:spPr>
          <a:xfrm flipV="1">
            <a:off x="5397270" y="1294483"/>
            <a:ext cx="588852" cy="66652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/>
          <p:nvPr/>
        </p:nvCxnSpPr>
        <p:spPr>
          <a:xfrm flipV="1">
            <a:off x="2424032" y="4849527"/>
            <a:ext cx="351648" cy="3332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031886" y="3835707"/>
            <a:ext cx="2554320" cy="636855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AU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Instructions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more </a:t>
            </a:r>
            <a:r>
              <a:rPr lang="en-AU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Swimlane</a:t>
            </a:r>
            <a:r>
              <a:rPr lang="en-AU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rows by selecting a row, Table Tools &gt;  Layout &gt; Insert Above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change the row height, Select the swim-lane table, select Table Tools &gt;  Layout &gt; Row Height</a:t>
            </a:r>
            <a:endParaRPr lang="en-AU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30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F96D12-DCD0-424D-98F1-AE55314A2E09}"/>
              </a:ext>
            </a:extLst>
          </p:cNvPr>
          <p:cNvSpPr txBox="1"/>
          <p:nvPr/>
        </p:nvSpPr>
        <p:spPr>
          <a:xfrm>
            <a:off x="135015" y="4661644"/>
            <a:ext cx="141199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LEGEND</a:t>
            </a:r>
            <a:r>
              <a:rPr lang="en-AU" sz="900" b="1" i="1" dirty="0"/>
              <a:t>:</a:t>
            </a:r>
          </a:p>
          <a:p>
            <a:r>
              <a:rPr lang="en-AU" sz="600" dirty="0">
                <a:solidFill>
                  <a:schemeClr val="accent4"/>
                </a:solidFill>
              </a:rPr>
              <a:t>Yellow =</a:t>
            </a:r>
          </a:p>
          <a:p>
            <a:r>
              <a:rPr lang="en-AU" sz="600" dirty="0">
                <a:solidFill>
                  <a:schemeClr val="accent2"/>
                </a:solidFill>
              </a:rPr>
              <a:t>Orange =</a:t>
            </a:r>
          </a:p>
          <a:p>
            <a:r>
              <a:rPr lang="en-AU" sz="600" dirty="0">
                <a:solidFill>
                  <a:srgbClr val="0070C0"/>
                </a:solidFill>
              </a:rPr>
              <a:t>Blue = </a:t>
            </a:r>
          </a:p>
          <a:p>
            <a:r>
              <a:rPr lang="en-AU" sz="600" dirty="0">
                <a:solidFill>
                  <a:schemeClr val="accent6"/>
                </a:solidFill>
              </a:rPr>
              <a:t>Triangle = </a:t>
            </a:r>
          </a:p>
          <a:p>
            <a:r>
              <a:rPr lang="en-AU" sz="600" dirty="0"/>
              <a:t>Grey = </a:t>
            </a:r>
            <a:endParaRPr lang="en-AU" sz="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74380F-D966-4093-8971-6192295B71C4}"/>
              </a:ext>
            </a:extLst>
          </p:cNvPr>
          <p:cNvCxnSpPr>
            <a:cxnSpLocks/>
          </p:cNvCxnSpPr>
          <p:nvPr/>
        </p:nvCxnSpPr>
        <p:spPr>
          <a:xfrm>
            <a:off x="153191" y="4578091"/>
            <a:ext cx="1044113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mond 20">
            <a:extLst>
              <a:ext uri="{FF2B5EF4-FFF2-40B4-BE49-F238E27FC236}">
                <a16:creationId xmlns:a16="http://schemas.microsoft.com/office/drawing/2014/main" id="{3F824ED7-7CE2-4359-AFE6-5FBDB46B2D93}"/>
              </a:ext>
            </a:extLst>
          </p:cNvPr>
          <p:cNvSpPr/>
          <p:nvPr/>
        </p:nvSpPr>
        <p:spPr>
          <a:xfrm>
            <a:off x="3265669" y="4750553"/>
            <a:ext cx="659696" cy="5248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147906-0103-4FCE-9B48-82A88CE0B296}"/>
              </a:ext>
            </a:extLst>
          </p:cNvPr>
          <p:cNvSpPr/>
          <p:nvPr/>
        </p:nvSpPr>
        <p:spPr>
          <a:xfrm>
            <a:off x="467418" y="74400"/>
            <a:ext cx="273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Process Name: </a:t>
            </a:r>
            <a:endParaRPr lang="en-AU" sz="1400" dirty="0"/>
          </a:p>
        </p:txBody>
      </p:sp>
      <p:sp>
        <p:nvSpPr>
          <p:cNvPr id="82" name="Speech Bubble: Oval 81">
            <a:extLst>
              <a:ext uri="{FF2B5EF4-FFF2-40B4-BE49-F238E27FC236}">
                <a16:creationId xmlns:a16="http://schemas.microsoft.com/office/drawing/2014/main" id="{03929818-A7D5-4BF0-A72D-200578D3CD1B}"/>
              </a:ext>
            </a:extLst>
          </p:cNvPr>
          <p:cNvSpPr/>
          <p:nvPr/>
        </p:nvSpPr>
        <p:spPr>
          <a:xfrm>
            <a:off x="4875717" y="4716737"/>
            <a:ext cx="825804" cy="478848"/>
          </a:xfrm>
          <a:prstGeom prst="wedgeEllipseCallout">
            <a:avLst>
              <a:gd name="adj1" fmla="val -53557"/>
              <a:gd name="adj2" fmla="val 6917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Add a comment wherever you need.</a:t>
            </a:r>
            <a:endParaRPr lang="en-AU" sz="900" dirty="0">
              <a:solidFill>
                <a:schemeClr val="tx1"/>
              </a:solidFill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031163" y="4956161"/>
            <a:ext cx="278893" cy="1440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No</a:t>
            </a:r>
          </a:p>
        </p:txBody>
      </p:sp>
      <p:sp>
        <p:nvSpPr>
          <p:cNvPr id="80" name="Flowchart: Document 79">
            <a:extLst>
              <a:ext uri="{FF2B5EF4-FFF2-40B4-BE49-F238E27FC236}">
                <a16:creationId xmlns:a16="http://schemas.microsoft.com/office/drawing/2014/main" id="{6F96DF01-983D-48E6-9E28-F4CC653A74AB}"/>
              </a:ext>
            </a:extLst>
          </p:cNvPr>
          <p:cNvSpPr/>
          <p:nvPr/>
        </p:nvSpPr>
        <p:spPr>
          <a:xfrm>
            <a:off x="5876499" y="4820781"/>
            <a:ext cx="402723" cy="331244"/>
          </a:xfrm>
          <a:prstGeom prst="flowChartDocumen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600" dirty="0">
                <a:solidFill>
                  <a:schemeClr val="tx1"/>
                </a:solidFill>
              </a:rPr>
              <a:t>Document or note</a:t>
            </a:r>
          </a:p>
        </p:txBody>
      </p:sp>
      <p:sp>
        <p:nvSpPr>
          <p:cNvPr id="7" name="Flowchart: Magnetic Disk 6"/>
          <p:cNvSpPr/>
          <p:nvPr/>
        </p:nvSpPr>
        <p:spPr>
          <a:xfrm>
            <a:off x="6548290" y="4792269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700" dirty="0">
                <a:solidFill>
                  <a:schemeClr val="tx1"/>
                </a:solidFill>
              </a:rPr>
              <a:t>System or Database</a:t>
            </a:r>
            <a:endParaRPr lang="en-AU" sz="100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297594" y="407326"/>
            <a:ext cx="10153803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4417986" y="4956161"/>
            <a:ext cx="284497" cy="14407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700" dirty="0"/>
              <a:t>Yes</a:t>
            </a:r>
          </a:p>
        </p:txBody>
      </p:sp>
      <p:sp>
        <p:nvSpPr>
          <p:cNvPr id="66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1257546" y="1187614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D93225C6-A3D2-46D0-B766-C07182F88A6E}"/>
              </a:ext>
            </a:extLst>
          </p:cNvPr>
          <p:cNvSpPr/>
          <p:nvPr/>
        </p:nvSpPr>
        <p:spPr>
          <a:xfrm>
            <a:off x="2928615" y="1734354"/>
            <a:ext cx="586132" cy="4697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2060407" y="113428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1</a:t>
            </a:r>
          </a:p>
        </p:txBody>
      </p:sp>
      <p:cxnSp>
        <p:nvCxnSpPr>
          <p:cNvPr id="72" name="Curved Connector 71"/>
          <p:cNvCxnSpPr>
            <a:stCxn id="66" idx="3"/>
            <a:endCxn id="69" idx="1"/>
          </p:cNvCxnSpPr>
          <p:nvPr/>
        </p:nvCxnSpPr>
        <p:spPr>
          <a:xfrm flipV="1">
            <a:off x="1786749" y="1335934"/>
            <a:ext cx="273658" cy="4040"/>
          </a:xfrm>
          <a:prstGeom prst="curved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788724" y="2395151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1</a:t>
            </a:r>
          </a:p>
        </p:txBody>
      </p:sp>
      <p:sp>
        <p:nvSpPr>
          <p:cNvPr id="81" name="Flowchart: Magnetic Disk 80"/>
          <p:cNvSpPr/>
          <p:nvPr/>
        </p:nvSpPr>
        <p:spPr>
          <a:xfrm>
            <a:off x="3863747" y="1048566"/>
            <a:ext cx="508857" cy="491834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755" tIns="12755" rIns="12755" bIns="1275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AU" sz="567" dirty="0">
                <a:solidFill>
                  <a:schemeClr val="tx1"/>
                </a:solidFill>
              </a:rPr>
              <a:t>Database or System</a:t>
            </a:r>
            <a:endParaRPr lang="en-AU" sz="993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4788724" y="175936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2</a:t>
            </a:r>
          </a:p>
        </p:txBody>
      </p:sp>
      <p:cxnSp>
        <p:nvCxnSpPr>
          <p:cNvPr id="92" name="Curved Connector 91"/>
          <p:cNvCxnSpPr>
            <a:stCxn id="78" idx="3"/>
            <a:endCxn id="103" idx="1"/>
          </p:cNvCxnSpPr>
          <p:nvPr/>
        </p:nvCxnSpPr>
        <p:spPr>
          <a:xfrm>
            <a:off x="5397270" y="2596798"/>
            <a:ext cx="588852" cy="824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5986122" y="1092836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3</a:t>
            </a:r>
          </a:p>
        </p:txBody>
      </p:sp>
      <p:sp>
        <p:nvSpPr>
          <p:cNvPr id="103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5986122" y="2403397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2</a:t>
            </a:r>
          </a:p>
        </p:txBody>
      </p:sp>
      <p:sp>
        <p:nvSpPr>
          <p:cNvPr id="104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7075241" y="3020765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3</a:t>
            </a:r>
          </a:p>
        </p:txBody>
      </p:sp>
      <p:cxnSp>
        <p:nvCxnSpPr>
          <p:cNvPr id="107" name="Curved Connector 106"/>
          <p:cNvCxnSpPr>
            <a:stCxn id="103" idx="3"/>
            <a:endCxn id="104" idx="1"/>
          </p:cNvCxnSpPr>
          <p:nvPr/>
        </p:nvCxnSpPr>
        <p:spPr>
          <a:xfrm>
            <a:off x="6594668" y="2605044"/>
            <a:ext cx="480573" cy="61736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urved Connector 107"/>
          <p:cNvCxnSpPr>
            <a:stCxn id="104" idx="3"/>
            <a:endCxn id="123" idx="1"/>
          </p:cNvCxnSpPr>
          <p:nvPr/>
        </p:nvCxnSpPr>
        <p:spPr>
          <a:xfrm flipV="1">
            <a:off x="7683787" y="2687206"/>
            <a:ext cx="718612" cy="53520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Diamond 117">
            <a:extLst>
              <a:ext uri="{FF2B5EF4-FFF2-40B4-BE49-F238E27FC236}">
                <a16:creationId xmlns:a16="http://schemas.microsoft.com/office/drawing/2014/main" id="{D93225C6-A3D2-46D0-B766-C07182F88A6E}"/>
              </a:ext>
            </a:extLst>
          </p:cNvPr>
          <p:cNvSpPr/>
          <p:nvPr/>
        </p:nvSpPr>
        <p:spPr>
          <a:xfrm>
            <a:off x="7075241" y="1734354"/>
            <a:ext cx="586132" cy="469790"/>
          </a:xfrm>
          <a:prstGeom prst="diamond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AU" sz="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Decision Point</a:t>
            </a:r>
            <a:endParaRPr lang="en-AU" sz="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20" name="Curved Connector 119"/>
          <p:cNvCxnSpPr>
            <a:stCxn id="96" idx="3"/>
            <a:endCxn id="118" idx="1"/>
          </p:cNvCxnSpPr>
          <p:nvPr/>
        </p:nvCxnSpPr>
        <p:spPr>
          <a:xfrm>
            <a:off x="6594668" y="1294483"/>
            <a:ext cx="480573" cy="67476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8402399" y="2485559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4</a:t>
            </a:r>
          </a:p>
        </p:txBody>
      </p:sp>
      <p:cxnSp>
        <p:nvCxnSpPr>
          <p:cNvPr id="125" name="Curved Connector 124"/>
          <p:cNvCxnSpPr>
            <a:stCxn id="123" idx="3"/>
            <a:endCxn id="144" idx="1"/>
          </p:cNvCxnSpPr>
          <p:nvPr/>
        </p:nvCxnSpPr>
        <p:spPr>
          <a:xfrm flipV="1">
            <a:off x="9010945" y="1356684"/>
            <a:ext cx="581407" cy="133052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8405875" y="1771161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Step 4</a:t>
            </a:r>
          </a:p>
        </p:txBody>
      </p:sp>
      <p:cxnSp>
        <p:nvCxnSpPr>
          <p:cNvPr id="128" name="Curved Connector 127"/>
          <p:cNvCxnSpPr>
            <a:stCxn id="118" idx="3"/>
            <a:endCxn id="126" idx="1"/>
          </p:cNvCxnSpPr>
          <p:nvPr/>
        </p:nvCxnSpPr>
        <p:spPr>
          <a:xfrm>
            <a:off x="7661373" y="1969249"/>
            <a:ext cx="744502" cy="355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urved Connector 128"/>
          <p:cNvCxnSpPr>
            <a:stCxn id="118" idx="3"/>
            <a:endCxn id="123" idx="1"/>
          </p:cNvCxnSpPr>
          <p:nvPr/>
        </p:nvCxnSpPr>
        <p:spPr>
          <a:xfrm>
            <a:off x="7661373" y="1969249"/>
            <a:ext cx="741026" cy="717957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7859962" y="2336201"/>
            <a:ext cx="366262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That way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7861912" y="1911806"/>
            <a:ext cx="417688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This way</a:t>
            </a:r>
          </a:p>
        </p:txBody>
      </p:sp>
      <p:cxnSp>
        <p:nvCxnSpPr>
          <p:cNvPr id="133" name="Curved Connector 132"/>
          <p:cNvCxnSpPr>
            <a:stCxn id="126" idx="3"/>
            <a:endCxn id="144" idx="1"/>
          </p:cNvCxnSpPr>
          <p:nvPr/>
        </p:nvCxnSpPr>
        <p:spPr>
          <a:xfrm flipV="1">
            <a:off x="9014421" y="1356684"/>
            <a:ext cx="577931" cy="61612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969743" y="4841732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Start</a:t>
            </a:r>
          </a:p>
        </p:txBody>
      </p:sp>
      <p:sp>
        <p:nvSpPr>
          <p:cNvPr id="142" name="Rectangle: Rounded Corners 136">
            <a:extLst>
              <a:ext uri="{FF2B5EF4-FFF2-40B4-BE49-F238E27FC236}">
                <a16:creationId xmlns:a16="http://schemas.microsoft.com/office/drawing/2014/main" id="{2AE9DC59-7C46-4175-B1B6-E685E61FA914}"/>
              </a:ext>
            </a:extLst>
          </p:cNvPr>
          <p:cNvSpPr/>
          <p:nvPr/>
        </p:nvSpPr>
        <p:spPr>
          <a:xfrm>
            <a:off x="1609558" y="4814512"/>
            <a:ext cx="608546" cy="403294"/>
          </a:xfrm>
          <a:prstGeom prst="roundRect">
            <a:avLst>
              <a:gd name="adj" fmla="val 1163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Process Step</a:t>
            </a:r>
          </a:p>
        </p:txBody>
      </p:sp>
      <p:cxnSp>
        <p:nvCxnSpPr>
          <p:cNvPr id="143" name="Curved Connector 142"/>
          <p:cNvCxnSpPr/>
          <p:nvPr/>
        </p:nvCxnSpPr>
        <p:spPr>
          <a:xfrm>
            <a:off x="2883398" y="4870927"/>
            <a:ext cx="414586" cy="296493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: Rounded Corners 3">
            <a:extLst>
              <a:ext uri="{FF2B5EF4-FFF2-40B4-BE49-F238E27FC236}">
                <a16:creationId xmlns:a16="http://schemas.microsoft.com/office/drawing/2014/main" id="{58CA8339-0B9C-42D9-A1E7-02CD9B6E4B80}"/>
              </a:ext>
            </a:extLst>
          </p:cNvPr>
          <p:cNvSpPr/>
          <p:nvPr/>
        </p:nvSpPr>
        <p:spPr>
          <a:xfrm>
            <a:off x="9592352" y="1204324"/>
            <a:ext cx="529203" cy="304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" tIns="18000" rIns="18000" bIns="18000" rtlCol="0" anchor="ctr"/>
          <a:lstStyle/>
          <a:p>
            <a:pPr algn="ctr"/>
            <a:r>
              <a:rPr lang="en-AU" sz="700" b="1" dirty="0"/>
              <a:t>Finish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/>
        </p:nvGraphicFramePr>
        <p:xfrm>
          <a:off x="9063849" y="4813824"/>
          <a:ext cx="14934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8132">
                <a:tc>
                  <a:txBody>
                    <a:bodyPr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2400" b="0" i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Swim-lane</a:t>
                      </a:r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Elbow Connector 4"/>
          <p:cNvCxnSpPr>
            <a:stCxn id="69" idx="3"/>
            <a:endCxn id="67" idx="1"/>
          </p:cNvCxnSpPr>
          <p:nvPr/>
        </p:nvCxnSpPr>
        <p:spPr>
          <a:xfrm>
            <a:off x="2668953" y="1335934"/>
            <a:ext cx="259662" cy="633315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/>
          <p:cNvCxnSpPr>
            <a:stCxn id="67" idx="3"/>
            <a:endCxn id="81" idx="2"/>
          </p:cNvCxnSpPr>
          <p:nvPr/>
        </p:nvCxnSpPr>
        <p:spPr>
          <a:xfrm flipV="1">
            <a:off x="3514747" y="1294483"/>
            <a:ext cx="349000" cy="674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525789" y="1665534"/>
            <a:ext cx="263576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Yes</a:t>
            </a:r>
          </a:p>
        </p:txBody>
      </p:sp>
      <p:cxnSp>
        <p:nvCxnSpPr>
          <p:cNvPr id="56" name="Elbow Connector 55"/>
          <p:cNvCxnSpPr>
            <a:stCxn id="67" idx="3"/>
            <a:endCxn id="78" idx="1"/>
          </p:cNvCxnSpPr>
          <p:nvPr/>
        </p:nvCxnSpPr>
        <p:spPr>
          <a:xfrm>
            <a:off x="3514747" y="1969249"/>
            <a:ext cx="1273977" cy="627549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432EDED-6EF6-41E1-B8FE-0AEE550F13CC}"/>
              </a:ext>
            </a:extLst>
          </p:cNvPr>
          <p:cNvSpPr txBox="1"/>
          <p:nvPr/>
        </p:nvSpPr>
        <p:spPr>
          <a:xfrm>
            <a:off x="3837303" y="1893813"/>
            <a:ext cx="263576" cy="1343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18000" tIns="18000" rIns="18000" bIns="18000" rtlCol="0">
            <a:spAutoFit/>
          </a:bodyPr>
          <a:lstStyle/>
          <a:p>
            <a:pPr algn="ctr"/>
            <a:r>
              <a:rPr lang="en-AU" sz="637" dirty="0"/>
              <a:t>No</a:t>
            </a:r>
          </a:p>
        </p:txBody>
      </p:sp>
      <p:cxnSp>
        <p:nvCxnSpPr>
          <p:cNvPr id="59" name="Elbow Connector 58"/>
          <p:cNvCxnSpPr>
            <a:stCxn id="81" idx="4"/>
            <a:endCxn id="89" idx="1"/>
          </p:cNvCxnSpPr>
          <p:nvPr/>
        </p:nvCxnSpPr>
        <p:spPr>
          <a:xfrm>
            <a:off x="4372604" y="1294483"/>
            <a:ext cx="416120" cy="666526"/>
          </a:xfrm>
          <a:prstGeom prst="bentConnector3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/>
          <p:cNvCxnSpPr>
            <a:stCxn id="89" idx="3"/>
            <a:endCxn id="96" idx="1"/>
          </p:cNvCxnSpPr>
          <p:nvPr/>
        </p:nvCxnSpPr>
        <p:spPr>
          <a:xfrm flipV="1">
            <a:off x="5397270" y="1294483"/>
            <a:ext cx="588852" cy="666526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/>
          <p:nvPr/>
        </p:nvCxnSpPr>
        <p:spPr>
          <a:xfrm flipV="1">
            <a:off x="2424032" y="4849527"/>
            <a:ext cx="351648" cy="333263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031886" y="3835707"/>
            <a:ext cx="2554320" cy="636855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en-AU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Instructions</a:t>
            </a:r>
          </a:p>
          <a:p>
            <a:pPr marL="182563" indent="-182563">
              <a:buFont typeface="+mj-lt"/>
              <a:buAutoNum type="arabicPeriod"/>
            </a:pPr>
            <a:r>
              <a:rPr lang="en-AU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prefer to work with </a:t>
            </a:r>
            <a:r>
              <a:rPr lang="en-AU" sz="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lines</a:t>
            </a:r>
            <a:r>
              <a:rPr lang="en-AU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you can move and adjust or add lines for your swim-lane instead.</a:t>
            </a:r>
            <a:endParaRPr lang="en-AU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A73D35-D950-B242-C8EF-9747262314A2}"/>
              </a:ext>
            </a:extLst>
          </p:cNvPr>
          <p:cNvCxnSpPr>
            <a:cxnSpLocks/>
          </p:cNvCxnSpPr>
          <p:nvPr/>
        </p:nvCxnSpPr>
        <p:spPr>
          <a:xfrm>
            <a:off x="297594" y="1626464"/>
            <a:ext cx="996890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52896E-2538-2915-C0B8-3FAE2FF5667F}"/>
              </a:ext>
            </a:extLst>
          </p:cNvPr>
          <p:cNvCxnSpPr>
            <a:cxnSpLocks/>
          </p:cNvCxnSpPr>
          <p:nvPr/>
        </p:nvCxnSpPr>
        <p:spPr>
          <a:xfrm>
            <a:off x="297594" y="2257465"/>
            <a:ext cx="996890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251209-13FD-4FB1-7D69-B7E3CF9E22B8}"/>
              </a:ext>
            </a:extLst>
          </p:cNvPr>
          <p:cNvCxnSpPr>
            <a:cxnSpLocks/>
          </p:cNvCxnSpPr>
          <p:nvPr/>
        </p:nvCxnSpPr>
        <p:spPr>
          <a:xfrm>
            <a:off x="312173" y="2950073"/>
            <a:ext cx="996890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B06CFB-020B-2853-78E9-7FFE57E8B1CA}"/>
              </a:ext>
            </a:extLst>
          </p:cNvPr>
          <p:cNvCxnSpPr>
            <a:cxnSpLocks/>
          </p:cNvCxnSpPr>
          <p:nvPr/>
        </p:nvCxnSpPr>
        <p:spPr>
          <a:xfrm>
            <a:off x="312173" y="3581074"/>
            <a:ext cx="996890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32212C8-7487-9E40-7E43-8338DEC1C645}"/>
              </a:ext>
            </a:extLst>
          </p:cNvPr>
          <p:cNvCxnSpPr>
            <a:cxnSpLocks/>
          </p:cNvCxnSpPr>
          <p:nvPr/>
        </p:nvCxnSpPr>
        <p:spPr>
          <a:xfrm>
            <a:off x="1196559" y="1040768"/>
            <a:ext cx="22638" cy="311336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8A023F2-7F93-ACC9-1FEC-A903AA918951}"/>
              </a:ext>
            </a:extLst>
          </p:cNvPr>
          <p:cNvSpPr txBox="1"/>
          <p:nvPr/>
        </p:nvSpPr>
        <p:spPr>
          <a:xfrm>
            <a:off x="243005" y="1183324"/>
            <a:ext cx="889393" cy="28814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r"/>
            <a:r>
              <a:rPr lang="en-A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A6F41E-A219-D45C-FDEE-711D36432191}"/>
              </a:ext>
            </a:extLst>
          </p:cNvPr>
          <p:cNvSpPr txBox="1"/>
          <p:nvPr/>
        </p:nvSpPr>
        <p:spPr>
          <a:xfrm>
            <a:off x="255619" y="1803352"/>
            <a:ext cx="889393" cy="28814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r"/>
            <a:r>
              <a:rPr lang="en-A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09D5C9-84C8-51B9-397C-620B7AA2DA4F}"/>
              </a:ext>
            </a:extLst>
          </p:cNvPr>
          <p:cNvSpPr txBox="1"/>
          <p:nvPr/>
        </p:nvSpPr>
        <p:spPr>
          <a:xfrm>
            <a:off x="255619" y="2460665"/>
            <a:ext cx="889393" cy="28814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r"/>
            <a:r>
              <a:rPr lang="en-A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F7472F-FF3A-9165-6374-9084869CB2D4}"/>
              </a:ext>
            </a:extLst>
          </p:cNvPr>
          <p:cNvSpPr txBox="1"/>
          <p:nvPr/>
        </p:nvSpPr>
        <p:spPr>
          <a:xfrm>
            <a:off x="255620" y="3121500"/>
            <a:ext cx="889393" cy="28814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r"/>
            <a:r>
              <a:rPr lang="en-AU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Area 3</a:t>
            </a:r>
          </a:p>
        </p:txBody>
      </p:sp>
    </p:spTree>
    <p:extLst>
      <p:ext uri="{BB962C8B-B14F-4D97-AF65-F5344CB8AC3E}">
        <p14:creationId xmlns:p14="http://schemas.microsoft.com/office/powerpoint/2010/main" val="94313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403</Words>
  <Application>Microsoft Office PowerPoint</Application>
  <PresentationFormat>Custom</PresentationFormat>
  <Paragraphs>141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McLachlan</dc:creator>
  <cp:lastModifiedBy>David McLachlan</cp:lastModifiedBy>
  <cp:revision>80</cp:revision>
  <dcterms:created xsi:type="dcterms:W3CDTF">2021-03-29T04:24:54Z</dcterms:created>
  <dcterms:modified xsi:type="dcterms:W3CDTF">2023-11-21T00:06:13Z</dcterms:modified>
</cp:coreProperties>
</file>