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DD"/>
    <a:srgbClr val="8FB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60"/>
  </p:normalViewPr>
  <p:slideViewPr>
    <p:cSldViewPr snapToGrid="0">
      <p:cViewPr varScale="1">
        <p:scale>
          <a:sx n="80" d="100"/>
          <a:sy n="80" d="100"/>
        </p:scale>
        <p:origin x="3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85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69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6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20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8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603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18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2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672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89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34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1EA5E-25CF-45AF-9548-5A6BDC91A13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20AE7-C677-48F8-961F-5B7407E15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89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B04BCE-4425-4860-B796-63DB093DA228}"/>
              </a:ext>
            </a:extLst>
          </p:cNvPr>
          <p:cNvCxnSpPr/>
          <p:nvPr/>
        </p:nvCxnSpPr>
        <p:spPr>
          <a:xfrm>
            <a:off x="385895" y="566245"/>
            <a:ext cx="1141624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54">
            <a:extLst>
              <a:ext uri="{FF2B5EF4-FFF2-40B4-BE49-F238E27FC236}">
                <a16:creationId xmlns:a16="http://schemas.microsoft.com/office/drawing/2014/main" id="{B284020F-2CAB-4A63-9C78-87A8C5D6B0C9}"/>
              </a:ext>
            </a:extLst>
          </p:cNvPr>
          <p:cNvSpPr txBox="1"/>
          <p:nvPr/>
        </p:nvSpPr>
        <p:spPr>
          <a:xfrm>
            <a:off x="295040" y="129202"/>
            <a:ext cx="7401159" cy="38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i="1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–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–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25200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800" dirty="0"/>
              <a:t>Sequence Diagram – UML (Unified Modelling Language)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36249" y="818042"/>
            <a:ext cx="1085850" cy="63817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Class, Object, Area</a:t>
            </a:r>
          </a:p>
          <a:p>
            <a:pPr algn="ctr"/>
            <a:r>
              <a:rPr lang="en-AU" sz="1100" dirty="0">
                <a:solidFill>
                  <a:schemeClr val="tx2"/>
                </a:solidFill>
              </a:rPr>
              <a:t>1</a:t>
            </a: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3079174" y="1456217"/>
            <a:ext cx="0" cy="4921841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049616" y="818042"/>
            <a:ext cx="1085850" cy="63817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Class, Object, Area</a:t>
            </a:r>
          </a:p>
          <a:p>
            <a:pPr algn="ctr"/>
            <a:r>
              <a:rPr lang="en-AU" sz="1100" dirty="0">
                <a:solidFill>
                  <a:schemeClr val="tx2"/>
                </a:solidFill>
              </a:rPr>
              <a:t>2</a:t>
            </a:r>
          </a:p>
        </p:txBody>
      </p:sp>
      <p:cxnSp>
        <p:nvCxnSpPr>
          <p:cNvPr id="10" name="Straight Connector 9"/>
          <p:cNvCxnSpPr>
            <a:stCxn id="9" idx="2"/>
          </p:cNvCxnSpPr>
          <p:nvPr/>
        </p:nvCxnSpPr>
        <p:spPr>
          <a:xfrm>
            <a:off x="4592541" y="1456217"/>
            <a:ext cx="0" cy="4921841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562982" y="818042"/>
            <a:ext cx="1085850" cy="63817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Class, Object, Area</a:t>
            </a:r>
          </a:p>
          <a:p>
            <a:pPr algn="ctr"/>
            <a:r>
              <a:rPr lang="en-AU" sz="1100" dirty="0">
                <a:solidFill>
                  <a:schemeClr val="tx2"/>
                </a:solidFill>
              </a:rPr>
              <a:t>3</a:t>
            </a:r>
          </a:p>
        </p:txBody>
      </p:sp>
      <p:cxnSp>
        <p:nvCxnSpPr>
          <p:cNvPr id="12" name="Straight Connector 11"/>
          <p:cNvCxnSpPr>
            <a:stCxn id="11" idx="2"/>
          </p:cNvCxnSpPr>
          <p:nvPr/>
        </p:nvCxnSpPr>
        <p:spPr>
          <a:xfrm>
            <a:off x="6105907" y="1456217"/>
            <a:ext cx="0" cy="4921841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41" idx="2"/>
          </p:cNvCxnSpPr>
          <p:nvPr/>
        </p:nvCxnSpPr>
        <p:spPr>
          <a:xfrm>
            <a:off x="1583054" y="1454312"/>
            <a:ext cx="11174" cy="4923746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1415414" y="816137"/>
            <a:ext cx="335280" cy="638175"/>
            <a:chOff x="1222374" y="1035212"/>
            <a:chExt cx="335280" cy="638175"/>
          </a:xfrm>
        </p:grpSpPr>
        <p:grpSp>
          <p:nvGrpSpPr>
            <p:cNvPr id="37" name="Group 36"/>
            <p:cNvGrpSpPr/>
            <p:nvPr/>
          </p:nvGrpSpPr>
          <p:grpSpPr>
            <a:xfrm>
              <a:off x="1257935" y="1055768"/>
              <a:ext cx="261620" cy="600872"/>
              <a:chOff x="758191" y="1585595"/>
              <a:chExt cx="392429" cy="871093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 flipV="1">
                <a:off x="781050" y="2090928"/>
                <a:ext cx="176022" cy="36576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 flipV="1">
                <a:off x="951993" y="2090928"/>
                <a:ext cx="198627" cy="36576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 flipV="1">
                <a:off x="949452" y="1821815"/>
                <a:ext cx="6096" cy="274828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H="1">
                <a:off x="758191" y="1948942"/>
                <a:ext cx="392429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/>
              <p:cNvSpPr/>
              <p:nvPr/>
            </p:nvSpPr>
            <p:spPr>
              <a:xfrm>
                <a:off x="826516" y="1585595"/>
                <a:ext cx="245872" cy="236220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41" name="Rectangle 40"/>
            <p:cNvSpPr/>
            <p:nvPr/>
          </p:nvSpPr>
          <p:spPr>
            <a:xfrm>
              <a:off x="1222374" y="1035212"/>
              <a:ext cx="335280" cy="6381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47" name="Straight Arrow Connector 46"/>
          <p:cNvCxnSpPr/>
          <p:nvPr/>
        </p:nvCxnSpPr>
        <p:spPr>
          <a:xfrm>
            <a:off x="3079174" y="2253984"/>
            <a:ext cx="1391226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594228" y="2121904"/>
            <a:ext cx="1382652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4696207" y="2549628"/>
            <a:ext cx="1394682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>
            <a:grpSpLocks/>
          </p:cNvGrpSpPr>
          <p:nvPr/>
        </p:nvGrpSpPr>
        <p:grpSpPr>
          <a:xfrm>
            <a:off x="711013" y="3286684"/>
            <a:ext cx="6205407" cy="1550125"/>
            <a:chOff x="6695440" y="2253984"/>
            <a:chExt cx="3586480" cy="1251216"/>
          </a:xfrm>
        </p:grpSpPr>
        <p:sp>
          <p:nvSpPr>
            <p:cNvPr id="57" name="Rectangle 56"/>
            <p:cNvSpPr/>
            <p:nvPr/>
          </p:nvSpPr>
          <p:spPr>
            <a:xfrm>
              <a:off x="6695440" y="2253984"/>
              <a:ext cx="3586480" cy="1251216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AU"/>
            </a:p>
          </p:txBody>
        </p:sp>
        <p:cxnSp>
          <p:nvCxnSpPr>
            <p:cNvPr id="59" name="Straight Connector 58"/>
            <p:cNvCxnSpPr>
              <a:stCxn id="57" idx="1"/>
              <a:endCxn id="57" idx="3"/>
            </p:cNvCxnSpPr>
            <p:nvPr/>
          </p:nvCxnSpPr>
          <p:spPr>
            <a:xfrm>
              <a:off x="6695440" y="2879592"/>
              <a:ext cx="3586480" cy="0"/>
            </a:xfrm>
            <a:prstGeom prst="line">
              <a:avLst/>
            </a:prstGeom>
            <a:ln w="19050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6735782" y="2284464"/>
              <a:ext cx="58254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lstStyle/>
            <a:p>
              <a:r>
                <a:rPr lang="en-AU" sz="1100" b="1" dirty="0">
                  <a:solidFill>
                    <a:schemeClr val="tx2"/>
                  </a:solidFill>
                </a:rPr>
                <a:t>Alternative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715142" y="2472621"/>
              <a:ext cx="788125" cy="23743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rmAutofit/>
            </a:bodyPr>
            <a:lstStyle/>
            <a:p>
              <a:r>
                <a:rPr lang="en-AU" sz="900" dirty="0">
                  <a:solidFill>
                    <a:schemeClr val="tx2"/>
                  </a:solidFill>
                </a:rPr>
                <a:t>[If ____ is valid]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35784" y="2926458"/>
              <a:ext cx="412292" cy="21572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r>
                <a:rPr lang="en-AU" sz="900" dirty="0">
                  <a:solidFill>
                    <a:schemeClr val="tx2"/>
                  </a:solidFill>
                </a:rPr>
                <a:t>[else]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813878" y="1892931"/>
            <a:ext cx="89916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Info this way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3171190" y="2673084"/>
            <a:ext cx="1409700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592541" y="2341880"/>
            <a:ext cx="1391226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984500" y="1922780"/>
            <a:ext cx="186690" cy="14262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Freeform 54"/>
          <p:cNvSpPr/>
          <p:nvPr/>
        </p:nvSpPr>
        <p:spPr>
          <a:xfrm>
            <a:off x="6197392" y="2341880"/>
            <a:ext cx="415075" cy="237884"/>
          </a:xfrm>
          <a:custGeom>
            <a:avLst/>
            <a:gdLst>
              <a:gd name="connsiteX0" fmla="*/ 0 w 1066805"/>
              <a:gd name="connsiteY0" fmla="*/ 20662 h 698842"/>
              <a:gd name="connsiteX1" fmla="*/ 647700 w 1066805"/>
              <a:gd name="connsiteY1" fmla="*/ 28282 h 698842"/>
              <a:gd name="connsiteX2" fmla="*/ 1066800 w 1066805"/>
              <a:gd name="connsiteY2" fmla="*/ 294982 h 698842"/>
              <a:gd name="connsiteX3" fmla="*/ 655320 w 1066805"/>
              <a:gd name="connsiteY3" fmla="*/ 653122 h 698842"/>
              <a:gd name="connsiteX4" fmla="*/ 7620 w 1066805"/>
              <a:gd name="connsiteY4" fmla="*/ 698842 h 698842"/>
              <a:gd name="connsiteX0" fmla="*/ 0 w 1077374"/>
              <a:gd name="connsiteY0" fmla="*/ 20662 h 698842"/>
              <a:gd name="connsiteX1" fmla="*/ 647700 w 1077374"/>
              <a:gd name="connsiteY1" fmla="*/ 28282 h 698842"/>
              <a:gd name="connsiteX2" fmla="*/ 1066800 w 1077374"/>
              <a:gd name="connsiteY2" fmla="*/ 294982 h 698842"/>
              <a:gd name="connsiteX3" fmla="*/ 926788 w 1077374"/>
              <a:gd name="connsiteY3" fmla="*/ 492990 h 698842"/>
              <a:gd name="connsiteX4" fmla="*/ 655320 w 1077374"/>
              <a:gd name="connsiteY4" fmla="*/ 653122 h 698842"/>
              <a:gd name="connsiteX5" fmla="*/ 7620 w 1077374"/>
              <a:gd name="connsiteY5" fmla="*/ 698842 h 698842"/>
              <a:gd name="connsiteX0" fmla="*/ 0 w 1081807"/>
              <a:gd name="connsiteY0" fmla="*/ 20662 h 698842"/>
              <a:gd name="connsiteX1" fmla="*/ 647700 w 1081807"/>
              <a:gd name="connsiteY1" fmla="*/ 28282 h 698842"/>
              <a:gd name="connsiteX2" fmla="*/ 1066800 w 1081807"/>
              <a:gd name="connsiteY2" fmla="*/ 294982 h 698842"/>
              <a:gd name="connsiteX3" fmla="*/ 957268 w 1081807"/>
              <a:gd name="connsiteY3" fmla="*/ 546330 h 698842"/>
              <a:gd name="connsiteX4" fmla="*/ 655320 w 1081807"/>
              <a:gd name="connsiteY4" fmla="*/ 653122 h 698842"/>
              <a:gd name="connsiteX5" fmla="*/ 7620 w 1081807"/>
              <a:gd name="connsiteY5" fmla="*/ 698842 h 698842"/>
              <a:gd name="connsiteX0" fmla="*/ 0 w 1067827"/>
              <a:gd name="connsiteY0" fmla="*/ 20662 h 698842"/>
              <a:gd name="connsiteX1" fmla="*/ 647700 w 1067827"/>
              <a:gd name="connsiteY1" fmla="*/ 28282 h 698842"/>
              <a:gd name="connsiteX2" fmla="*/ 903927 w 1067827"/>
              <a:gd name="connsiteY2" fmla="*/ 150090 h 698842"/>
              <a:gd name="connsiteX3" fmla="*/ 1066800 w 1067827"/>
              <a:gd name="connsiteY3" fmla="*/ 294982 h 698842"/>
              <a:gd name="connsiteX4" fmla="*/ 957268 w 1067827"/>
              <a:gd name="connsiteY4" fmla="*/ 546330 h 698842"/>
              <a:gd name="connsiteX5" fmla="*/ 655320 w 1067827"/>
              <a:gd name="connsiteY5" fmla="*/ 653122 h 698842"/>
              <a:gd name="connsiteX6" fmla="*/ 7620 w 1067827"/>
              <a:gd name="connsiteY6" fmla="*/ 698842 h 698842"/>
              <a:gd name="connsiteX0" fmla="*/ 0 w 1067370"/>
              <a:gd name="connsiteY0" fmla="*/ 10314 h 688494"/>
              <a:gd name="connsiteX1" fmla="*/ 647700 w 1067370"/>
              <a:gd name="connsiteY1" fmla="*/ 17934 h 688494"/>
              <a:gd name="connsiteX2" fmla="*/ 919167 w 1067370"/>
              <a:gd name="connsiteY2" fmla="*/ 109262 h 688494"/>
              <a:gd name="connsiteX3" fmla="*/ 1066800 w 1067370"/>
              <a:gd name="connsiteY3" fmla="*/ 284634 h 688494"/>
              <a:gd name="connsiteX4" fmla="*/ 957268 w 1067370"/>
              <a:gd name="connsiteY4" fmla="*/ 535982 h 688494"/>
              <a:gd name="connsiteX5" fmla="*/ 655320 w 1067370"/>
              <a:gd name="connsiteY5" fmla="*/ 642774 h 688494"/>
              <a:gd name="connsiteX6" fmla="*/ 7620 w 1067370"/>
              <a:gd name="connsiteY6" fmla="*/ 688494 h 688494"/>
              <a:gd name="connsiteX0" fmla="*/ 0 w 1067370"/>
              <a:gd name="connsiteY0" fmla="*/ 10314 h 688494"/>
              <a:gd name="connsiteX1" fmla="*/ 647700 w 1067370"/>
              <a:gd name="connsiteY1" fmla="*/ 17934 h 688494"/>
              <a:gd name="connsiteX2" fmla="*/ 919167 w 1067370"/>
              <a:gd name="connsiteY2" fmla="*/ 109262 h 688494"/>
              <a:gd name="connsiteX3" fmla="*/ 1066800 w 1067370"/>
              <a:gd name="connsiteY3" fmla="*/ 322734 h 688494"/>
              <a:gd name="connsiteX4" fmla="*/ 957268 w 1067370"/>
              <a:gd name="connsiteY4" fmla="*/ 535982 h 688494"/>
              <a:gd name="connsiteX5" fmla="*/ 655320 w 1067370"/>
              <a:gd name="connsiteY5" fmla="*/ 642774 h 688494"/>
              <a:gd name="connsiteX6" fmla="*/ 7620 w 1067370"/>
              <a:gd name="connsiteY6" fmla="*/ 688494 h 688494"/>
              <a:gd name="connsiteX0" fmla="*/ 0 w 1041218"/>
              <a:gd name="connsiteY0" fmla="*/ 10314 h 688494"/>
              <a:gd name="connsiteX1" fmla="*/ 647700 w 1041218"/>
              <a:gd name="connsiteY1" fmla="*/ 17934 h 688494"/>
              <a:gd name="connsiteX2" fmla="*/ 919167 w 1041218"/>
              <a:gd name="connsiteY2" fmla="*/ 109262 h 688494"/>
              <a:gd name="connsiteX3" fmla="*/ 1040130 w 1041218"/>
              <a:gd name="connsiteY3" fmla="*/ 315114 h 688494"/>
              <a:gd name="connsiteX4" fmla="*/ 957268 w 1041218"/>
              <a:gd name="connsiteY4" fmla="*/ 535982 h 688494"/>
              <a:gd name="connsiteX5" fmla="*/ 655320 w 1041218"/>
              <a:gd name="connsiteY5" fmla="*/ 642774 h 688494"/>
              <a:gd name="connsiteX6" fmla="*/ 7620 w 1041218"/>
              <a:gd name="connsiteY6" fmla="*/ 688494 h 688494"/>
              <a:gd name="connsiteX0" fmla="*/ 19050 w 1060268"/>
              <a:gd name="connsiteY0" fmla="*/ 10314 h 658014"/>
              <a:gd name="connsiteX1" fmla="*/ 666750 w 1060268"/>
              <a:gd name="connsiteY1" fmla="*/ 17934 h 658014"/>
              <a:gd name="connsiteX2" fmla="*/ 938217 w 1060268"/>
              <a:gd name="connsiteY2" fmla="*/ 109262 h 658014"/>
              <a:gd name="connsiteX3" fmla="*/ 1059180 w 1060268"/>
              <a:gd name="connsiteY3" fmla="*/ 315114 h 658014"/>
              <a:gd name="connsiteX4" fmla="*/ 976318 w 1060268"/>
              <a:gd name="connsiteY4" fmla="*/ 535982 h 658014"/>
              <a:gd name="connsiteX5" fmla="*/ 674370 w 1060268"/>
              <a:gd name="connsiteY5" fmla="*/ 642774 h 658014"/>
              <a:gd name="connsiteX6" fmla="*/ 0 w 1060268"/>
              <a:gd name="connsiteY6" fmla="*/ 658014 h 658014"/>
              <a:gd name="connsiteX0" fmla="*/ 0 w 1041218"/>
              <a:gd name="connsiteY0" fmla="*/ 10314 h 658014"/>
              <a:gd name="connsiteX1" fmla="*/ 647700 w 1041218"/>
              <a:gd name="connsiteY1" fmla="*/ 17934 h 658014"/>
              <a:gd name="connsiteX2" fmla="*/ 919167 w 1041218"/>
              <a:gd name="connsiteY2" fmla="*/ 109262 h 658014"/>
              <a:gd name="connsiteX3" fmla="*/ 1040130 w 1041218"/>
              <a:gd name="connsiteY3" fmla="*/ 315114 h 658014"/>
              <a:gd name="connsiteX4" fmla="*/ 957268 w 1041218"/>
              <a:gd name="connsiteY4" fmla="*/ 535982 h 658014"/>
              <a:gd name="connsiteX5" fmla="*/ 655320 w 1041218"/>
              <a:gd name="connsiteY5" fmla="*/ 642774 h 658014"/>
              <a:gd name="connsiteX6" fmla="*/ 3810 w 1041218"/>
              <a:gd name="connsiteY6" fmla="*/ 658014 h 658014"/>
              <a:gd name="connsiteX0" fmla="*/ 0 w 1041218"/>
              <a:gd name="connsiteY0" fmla="*/ 13345 h 661045"/>
              <a:gd name="connsiteX1" fmla="*/ 480060 w 1041218"/>
              <a:gd name="connsiteY1" fmla="*/ 13345 h 661045"/>
              <a:gd name="connsiteX2" fmla="*/ 919167 w 1041218"/>
              <a:gd name="connsiteY2" fmla="*/ 112293 h 661045"/>
              <a:gd name="connsiteX3" fmla="*/ 1040130 w 1041218"/>
              <a:gd name="connsiteY3" fmla="*/ 318145 h 661045"/>
              <a:gd name="connsiteX4" fmla="*/ 957268 w 1041218"/>
              <a:gd name="connsiteY4" fmla="*/ 539013 h 661045"/>
              <a:gd name="connsiteX5" fmla="*/ 655320 w 1041218"/>
              <a:gd name="connsiteY5" fmla="*/ 645805 h 661045"/>
              <a:gd name="connsiteX6" fmla="*/ 3810 w 1041218"/>
              <a:gd name="connsiteY6" fmla="*/ 661045 h 661045"/>
              <a:gd name="connsiteX0" fmla="*/ 0 w 1046148"/>
              <a:gd name="connsiteY0" fmla="*/ 12449 h 660149"/>
              <a:gd name="connsiteX1" fmla="*/ 480060 w 1046148"/>
              <a:gd name="connsiteY1" fmla="*/ 12449 h 660149"/>
              <a:gd name="connsiteX2" fmla="*/ 831537 w 1046148"/>
              <a:gd name="connsiteY2" fmla="*/ 96157 h 660149"/>
              <a:gd name="connsiteX3" fmla="*/ 1040130 w 1046148"/>
              <a:gd name="connsiteY3" fmla="*/ 317249 h 660149"/>
              <a:gd name="connsiteX4" fmla="*/ 957268 w 1046148"/>
              <a:gd name="connsiteY4" fmla="*/ 538117 h 660149"/>
              <a:gd name="connsiteX5" fmla="*/ 655320 w 1046148"/>
              <a:gd name="connsiteY5" fmla="*/ 644909 h 660149"/>
              <a:gd name="connsiteX6" fmla="*/ 3810 w 1046148"/>
              <a:gd name="connsiteY6" fmla="*/ 660149 h 660149"/>
              <a:gd name="connsiteX0" fmla="*/ 0 w 1040811"/>
              <a:gd name="connsiteY0" fmla="*/ 12449 h 660149"/>
              <a:gd name="connsiteX1" fmla="*/ 480060 w 1040811"/>
              <a:gd name="connsiteY1" fmla="*/ 12449 h 660149"/>
              <a:gd name="connsiteX2" fmla="*/ 831537 w 1040811"/>
              <a:gd name="connsiteY2" fmla="*/ 96157 h 660149"/>
              <a:gd name="connsiteX3" fmla="*/ 1040130 w 1040811"/>
              <a:gd name="connsiteY3" fmla="*/ 317249 h 660149"/>
              <a:gd name="connsiteX4" fmla="*/ 888688 w 1040811"/>
              <a:gd name="connsiteY4" fmla="*/ 564787 h 660149"/>
              <a:gd name="connsiteX5" fmla="*/ 655320 w 1040811"/>
              <a:gd name="connsiteY5" fmla="*/ 644909 h 660149"/>
              <a:gd name="connsiteX6" fmla="*/ 3810 w 1040811"/>
              <a:gd name="connsiteY6" fmla="*/ 660149 h 660149"/>
              <a:gd name="connsiteX0" fmla="*/ 0 w 999375"/>
              <a:gd name="connsiteY0" fmla="*/ 12449 h 660149"/>
              <a:gd name="connsiteX1" fmla="*/ 480060 w 999375"/>
              <a:gd name="connsiteY1" fmla="*/ 12449 h 660149"/>
              <a:gd name="connsiteX2" fmla="*/ 831537 w 999375"/>
              <a:gd name="connsiteY2" fmla="*/ 96157 h 660149"/>
              <a:gd name="connsiteX3" fmla="*/ 998220 w 999375"/>
              <a:gd name="connsiteY3" fmla="*/ 321059 h 660149"/>
              <a:gd name="connsiteX4" fmla="*/ 888688 w 999375"/>
              <a:gd name="connsiteY4" fmla="*/ 564787 h 660149"/>
              <a:gd name="connsiteX5" fmla="*/ 655320 w 999375"/>
              <a:gd name="connsiteY5" fmla="*/ 644909 h 660149"/>
              <a:gd name="connsiteX6" fmla="*/ 3810 w 999375"/>
              <a:gd name="connsiteY6" fmla="*/ 660149 h 660149"/>
              <a:gd name="connsiteX0" fmla="*/ 0 w 999375"/>
              <a:gd name="connsiteY0" fmla="*/ 12449 h 665258"/>
              <a:gd name="connsiteX1" fmla="*/ 480060 w 999375"/>
              <a:gd name="connsiteY1" fmla="*/ 12449 h 665258"/>
              <a:gd name="connsiteX2" fmla="*/ 831537 w 999375"/>
              <a:gd name="connsiteY2" fmla="*/ 96157 h 665258"/>
              <a:gd name="connsiteX3" fmla="*/ 998220 w 999375"/>
              <a:gd name="connsiteY3" fmla="*/ 321059 h 665258"/>
              <a:gd name="connsiteX4" fmla="*/ 888688 w 999375"/>
              <a:gd name="connsiteY4" fmla="*/ 564787 h 665258"/>
              <a:gd name="connsiteX5" fmla="*/ 541020 w 999375"/>
              <a:gd name="connsiteY5" fmla="*/ 660149 h 665258"/>
              <a:gd name="connsiteX6" fmla="*/ 3810 w 999375"/>
              <a:gd name="connsiteY6" fmla="*/ 660149 h 665258"/>
              <a:gd name="connsiteX0" fmla="*/ 0 w 999375"/>
              <a:gd name="connsiteY0" fmla="*/ 12449 h 664520"/>
              <a:gd name="connsiteX1" fmla="*/ 480060 w 999375"/>
              <a:gd name="connsiteY1" fmla="*/ 12449 h 664520"/>
              <a:gd name="connsiteX2" fmla="*/ 831537 w 999375"/>
              <a:gd name="connsiteY2" fmla="*/ 96157 h 664520"/>
              <a:gd name="connsiteX3" fmla="*/ 998220 w 999375"/>
              <a:gd name="connsiteY3" fmla="*/ 321059 h 664520"/>
              <a:gd name="connsiteX4" fmla="*/ 888688 w 999375"/>
              <a:gd name="connsiteY4" fmla="*/ 564787 h 664520"/>
              <a:gd name="connsiteX5" fmla="*/ 541020 w 999375"/>
              <a:gd name="connsiteY5" fmla="*/ 660149 h 664520"/>
              <a:gd name="connsiteX6" fmla="*/ 255270 w 999375"/>
              <a:gd name="connsiteY6" fmla="*/ 656339 h 664520"/>
              <a:gd name="connsiteX0" fmla="*/ 0 w 759345"/>
              <a:gd name="connsiteY0" fmla="*/ 12449 h 664520"/>
              <a:gd name="connsiteX1" fmla="*/ 240030 w 759345"/>
              <a:gd name="connsiteY1" fmla="*/ 12449 h 664520"/>
              <a:gd name="connsiteX2" fmla="*/ 591507 w 759345"/>
              <a:gd name="connsiteY2" fmla="*/ 96157 h 664520"/>
              <a:gd name="connsiteX3" fmla="*/ 758190 w 759345"/>
              <a:gd name="connsiteY3" fmla="*/ 321059 h 664520"/>
              <a:gd name="connsiteX4" fmla="*/ 648658 w 759345"/>
              <a:gd name="connsiteY4" fmla="*/ 564787 h 664520"/>
              <a:gd name="connsiteX5" fmla="*/ 300990 w 759345"/>
              <a:gd name="connsiteY5" fmla="*/ 660149 h 664520"/>
              <a:gd name="connsiteX6" fmla="*/ 15240 w 759345"/>
              <a:gd name="connsiteY6" fmla="*/ 656339 h 664520"/>
              <a:gd name="connsiteX0" fmla="*/ 0 w 759345"/>
              <a:gd name="connsiteY0" fmla="*/ 11191 h 663262"/>
              <a:gd name="connsiteX1" fmla="*/ 240030 w 759345"/>
              <a:gd name="connsiteY1" fmla="*/ 11191 h 663262"/>
              <a:gd name="connsiteX2" fmla="*/ 591507 w 759345"/>
              <a:gd name="connsiteY2" fmla="*/ 94899 h 663262"/>
              <a:gd name="connsiteX3" fmla="*/ 758190 w 759345"/>
              <a:gd name="connsiteY3" fmla="*/ 319801 h 663262"/>
              <a:gd name="connsiteX4" fmla="*/ 648658 w 759345"/>
              <a:gd name="connsiteY4" fmla="*/ 563529 h 663262"/>
              <a:gd name="connsiteX5" fmla="*/ 300990 w 759345"/>
              <a:gd name="connsiteY5" fmla="*/ 658891 h 663262"/>
              <a:gd name="connsiteX6" fmla="*/ 15240 w 759345"/>
              <a:gd name="connsiteY6" fmla="*/ 655081 h 663262"/>
              <a:gd name="connsiteX0" fmla="*/ 0 w 759345"/>
              <a:gd name="connsiteY0" fmla="*/ 9056 h 661127"/>
              <a:gd name="connsiteX1" fmla="*/ 240030 w 759345"/>
              <a:gd name="connsiteY1" fmla="*/ 9056 h 661127"/>
              <a:gd name="connsiteX2" fmla="*/ 591507 w 759345"/>
              <a:gd name="connsiteY2" fmla="*/ 92764 h 661127"/>
              <a:gd name="connsiteX3" fmla="*/ 758190 w 759345"/>
              <a:gd name="connsiteY3" fmla="*/ 317666 h 661127"/>
              <a:gd name="connsiteX4" fmla="*/ 648658 w 759345"/>
              <a:gd name="connsiteY4" fmla="*/ 561394 h 661127"/>
              <a:gd name="connsiteX5" fmla="*/ 300990 w 759345"/>
              <a:gd name="connsiteY5" fmla="*/ 656756 h 661127"/>
              <a:gd name="connsiteX6" fmla="*/ 15240 w 759345"/>
              <a:gd name="connsiteY6" fmla="*/ 652946 h 661127"/>
              <a:gd name="connsiteX0" fmla="*/ 0 w 759345"/>
              <a:gd name="connsiteY0" fmla="*/ 13990 h 666061"/>
              <a:gd name="connsiteX1" fmla="*/ 240030 w 759345"/>
              <a:gd name="connsiteY1" fmla="*/ 2560 h 666061"/>
              <a:gd name="connsiteX2" fmla="*/ 591507 w 759345"/>
              <a:gd name="connsiteY2" fmla="*/ 97698 h 666061"/>
              <a:gd name="connsiteX3" fmla="*/ 758190 w 759345"/>
              <a:gd name="connsiteY3" fmla="*/ 322600 h 666061"/>
              <a:gd name="connsiteX4" fmla="*/ 648658 w 759345"/>
              <a:gd name="connsiteY4" fmla="*/ 566328 h 666061"/>
              <a:gd name="connsiteX5" fmla="*/ 300990 w 759345"/>
              <a:gd name="connsiteY5" fmla="*/ 661690 h 666061"/>
              <a:gd name="connsiteX6" fmla="*/ 15240 w 759345"/>
              <a:gd name="connsiteY6" fmla="*/ 657880 h 666061"/>
              <a:gd name="connsiteX0" fmla="*/ 0 w 759345"/>
              <a:gd name="connsiteY0" fmla="*/ 13990 h 666061"/>
              <a:gd name="connsiteX1" fmla="*/ 240030 w 759345"/>
              <a:gd name="connsiteY1" fmla="*/ 2560 h 666061"/>
              <a:gd name="connsiteX2" fmla="*/ 591507 w 759345"/>
              <a:gd name="connsiteY2" fmla="*/ 97698 h 666061"/>
              <a:gd name="connsiteX3" fmla="*/ 758190 w 759345"/>
              <a:gd name="connsiteY3" fmla="*/ 322600 h 666061"/>
              <a:gd name="connsiteX4" fmla="*/ 648658 w 759345"/>
              <a:gd name="connsiteY4" fmla="*/ 566328 h 666061"/>
              <a:gd name="connsiteX5" fmla="*/ 300990 w 759345"/>
              <a:gd name="connsiteY5" fmla="*/ 661690 h 666061"/>
              <a:gd name="connsiteX6" fmla="*/ 49530 w 759345"/>
              <a:gd name="connsiteY6" fmla="*/ 657880 h 666061"/>
              <a:gd name="connsiteX0" fmla="*/ 0 w 759345"/>
              <a:gd name="connsiteY0" fmla="*/ 13990 h 671399"/>
              <a:gd name="connsiteX1" fmla="*/ 240030 w 759345"/>
              <a:gd name="connsiteY1" fmla="*/ 2560 h 671399"/>
              <a:gd name="connsiteX2" fmla="*/ 591507 w 759345"/>
              <a:gd name="connsiteY2" fmla="*/ 97698 h 671399"/>
              <a:gd name="connsiteX3" fmla="*/ 758190 w 759345"/>
              <a:gd name="connsiteY3" fmla="*/ 322600 h 671399"/>
              <a:gd name="connsiteX4" fmla="*/ 648658 w 759345"/>
              <a:gd name="connsiteY4" fmla="*/ 566328 h 671399"/>
              <a:gd name="connsiteX5" fmla="*/ 300990 w 759345"/>
              <a:gd name="connsiteY5" fmla="*/ 661690 h 671399"/>
              <a:gd name="connsiteX6" fmla="*/ 49530 w 759345"/>
              <a:gd name="connsiteY6" fmla="*/ 657880 h 671399"/>
              <a:gd name="connsiteX0" fmla="*/ 0 w 759345"/>
              <a:gd name="connsiteY0" fmla="*/ 13990 h 669210"/>
              <a:gd name="connsiteX1" fmla="*/ 240030 w 759345"/>
              <a:gd name="connsiteY1" fmla="*/ 2560 h 669210"/>
              <a:gd name="connsiteX2" fmla="*/ 591507 w 759345"/>
              <a:gd name="connsiteY2" fmla="*/ 97698 h 669210"/>
              <a:gd name="connsiteX3" fmla="*/ 758190 w 759345"/>
              <a:gd name="connsiteY3" fmla="*/ 322600 h 669210"/>
              <a:gd name="connsiteX4" fmla="*/ 648658 w 759345"/>
              <a:gd name="connsiteY4" fmla="*/ 566328 h 669210"/>
              <a:gd name="connsiteX5" fmla="*/ 300990 w 759345"/>
              <a:gd name="connsiteY5" fmla="*/ 661690 h 669210"/>
              <a:gd name="connsiteX6" fmla="*/ 49530 w 759345"/>
              <a:gd name="connsiteY6" fmla="*/ 657880 h 669210"/>
              <a:gd name="connsiteX0" fmla="*/ 0 w 759345"/>
              <a:gd name="connsiteY0" fmla="*/ 13990 h 669210"/>
              <a:gd name="connsiteX1" fmla="*/ 240030 w 759345"/>
              <a:gd name="connsiteY1" fmla="*/ 2560 h 669210"/>
              <a:gd name="connsiteX2" fmla="*/ 591507 w 759345"/>
              <a:gd name="connsiteY2" fmla="*/ 97698 h 669210"/>
              <a:gd name="connsiteX3" fmla="*/ 758190 w 759345"/>
              <a:gd name="connsiteY3" fmla="*/ 322600 h 669210"/>
              <a:gd name="connsiteX4" fmla="*/ 648658 w 759345"/>
              <a:gd name="connsiteY4" fmla="*/ 566328 h 669210"/>
              <a:gd name="connsiteX5" fmla="*/ 300990 w 759345"/>
              <a:gd name="connsiteY5" fmla="*/ 661690 h 669210"/>
              <a:gd name="connsiteX6" fmla="*/ 11430 w 759345"/>
              <a:gd name="connsiteY6" fmla="*/ 657880 h 669210"/>
              <a:gd name="connsiteX0" fmla="*/ 0 w 759155"/>
              <a:gd name="connsiteY0" fmla="*/ 13990 h 669210"/>
              <a:gd name="connsiteX1" fmla="*/ 240030 w 759155"/>
              <a:gd name="connsiteY1" fmla="*/ 2560 h 669210"/>
              <a:gd name="connsiteX2" fmla="*/ 591507 w 759155"/>
              <a:gd name="connsiteY2" fmla="*/ 97698 h 669210"/>
              <a:gd name="connsiteX3" fmla="*/ 758190 w 759155"/>
              <a:gd name="connsiteY3" fmla="*/ 322600 h 669210"/>
              <a:gd name="connsiteX4" fmla="*/ 644848 w 759155"/>
              <a:gd name="connsiteY4" fmla="*/ 566328 h 669210"/>
              <a:gd name="connsiteX5" fmla="*/ 300990 w 759155"/>
              <a:gd name="connsiteY5" fmla="*/ 661690 h 669210"/>
              <a:gd name="connsiteX6" fmla="*/ 11430 w 759155"/>
              <a:gd name="connsiteY6" fmla="*/ 657880 h 669210"/>
              <a:gd name="connsiteX0" fmla="*/ 0 w 759155"/>
              <a:gd name="connsiteY0" fmla="*/ 9056 h 664276"/>
              <a:gd name="connsiteX1" fmla="*/ 278130 w 759155"/>
              <a:gd name="connsiteY1" fmla="*/ 9056 h 664276"/>
              <a:gd name="connsiteX2" fmla="*/ 591507 w 759155"/>
              <a:gd name="connsiteY2" fmla="*/ 92764 h 664276"/>
              <a:gd name="connsiteX3" fmla="*/ 758190 w 759155"/>
              <a:gd name="connsiteY3" fmla="*/ 317666 h 664276"/>
              <a:gd name="connsiteX4" fmla="*/ 644848 w 759155"/>
              <a:gd name="connsiteY4" fmla="*/ 561394 h 664276"/>
              <a:gd name="connsiteX5" fmla="*/ 300990 w 759155"/>
              <a:gd name="connsiteY5" fmla="*/ 656756 h 664276"/>
              <a:gd name="connsiteX6" fmla="*/ 11430 w 759155"/>
              <a:gd name="connsiteY6" fmla="*/ 652946 h 664276"/>
              <a:gd name="connsiteX0" fmla="*/ 0 w 759155"/>
              <a:gd name="connsiteY0" fmla="*/ 10302 h 665522"/>
              <a:gd name="connsiteX1" fmla="*/ 308610 w 759155"/>
              <a:gd name="connsiteY1" fmla="*/ 6492 h 665522"/>
              <a:gd name="connsiteX2" fmla="*/ 591507 w 759155"/>
              <a:gd name="connsiteY2" fmla="*/ 94010 h 665522"/>
              <a:gd name="connsiteX3" fmla="*/ 758190 w 759155"/>
              <a:gd name="connsiteY3" fmla="*/ 318912 h 665522"/>
              <a:gd name="connsiteX4" fmla="*/ 644848 w 759155"/>
              <a:gd name="connsiteY4" fmla="*/ 562640 h 665522"/>
              <a:gd name="connsiteX5" fmla="*/ 300990 w 759155"/>
              <a:gd name="connsiteY5" fmla="*/ 658002 h 665522"/>
              <a:gd name="connsiteX6" fmla="*/ 11430 w 759155"/>
              <a:gd name="connsiteY6" fmla="*/ 654192 h 665522"/>
              <a:gd name="connsiteX0" fmla="*/ 0 w 759155"/>
              <a:gd name="connsiteY0" fmla="*/ 10302 h 662998"/>
              <a:gd name="connsiteX1" fmla="*/ 308610 w 759155"/>
              <a:gd name="connsiteY1" fmla="*/ 6492 h 662998"/>
              <a:gd name="connsiteX2" fmla="*/ 591507 w 759155"/>
              <a:gd name="connsiteY2" fmla="*/ 94010 h 662998"/>
              <a:gd name="connsiteX3" fmla="*/ 758190 w 759155"/>
              <a:gd name="connsiteY3" fmla="*/ 318912 h 662998"/>
              <a:gd name="connsiteX4" fmla="*/ 644848 w 759155"/>
              <a:gd name="connsiteY4" fmla="*/ 562640 h 662998"/>
              <a:gd name="connsiteX5" fmla="*/ 327660 w 759155"/>
              <a:gd name="connsiteY5" fmla="*/ 654192 h 662998"/>
              <a:gd name="connsiteX6" fmla="*/ 11430 w 759155"/>
              <a:gd name="connsiteY6" fmla="*/ 654192 h 662998"/>
              <a:gd name="connsiteX0" fmla="*/ 0 w 759155"/>
              <a:gd name="connsiteY0" fmla="*/ 10302 h 661413"/>
              <a:gd name="connsiteX1" fmla="*/ 308610 w 759155"/>
              <a:gd name="connsiteY1" fmla="*/ 6492 h 661413"/>
              <a:gd name="connsiteX2" fmla="*/ 591507 w 759155"/>
              <a:gd name="connsiteY2" fmla="*/ 94010 h 661413"/>
              <a:gd name="connsiteX3" fmla="*/ 758190 w 759155"/>
              <a:gd name="connsiteY3" fmla="*/ 318912 h 661413"/>
              <a:gd name="connsiteX4" fmla="*/ 644848 w 759155"/>
              <a:gd name="connsiteY4" fmla="*/ 562640 h 661413"/>
              <a:gd name="connsiteX5" fmla="*/ 327660 w 759155"/>
              <a:gd name="connsiteY5" fmla="*/ 654192 h 661413"/>
              <a:gd name="connsiteX6" fmla="*/ 11430 w 759155"/>
              <a:gd name="connsiteY6" fmla="*/ 654192 h 661413"/>
              <a:gd name="connsiteX0" fmla="*/ 11430 w 747725"/>
              <a:gd name="connsiteY0" fmla="*/ 14298 h 665409"/>
              <a:gd name="connsiteX1" fmla="*/ 297180 w 747725"/>
              <a:gd name="connsiteY1" fmla="*/ 10488 h 665409"/>
              <a:gd name="connsiteX2" fmla="*/ 580077 w 747725"/>
              <a:gd name="connsiteY2" fmla="*/ 98006 h 665409"/>
              <a:gd name="connsiteX3" fmla="*/ 746760 w 747725"/>
              <a:gd name="connsiteY3" fmla="*/ 322908 h 665409"/>
              <a:gd name="connsiteX4" fmla="*/ 633418 w 747725"/>
              <a:gd name="connsiteY4" fmla="*/ 566636 h 665409"/>
              <a:gd name="connsiteX5" fmla="*/ 316230 w 747725"/>
              <a:gd name="connsiteY5" fmla="*/ 658188 h 665409"/>
              <a:gd name="connsiteX6" fmla="*/ 0 w 747725"/>
              <a:gd name="connsiteY6" fmla="*/ 658188 h 665409"/>
              <a:gd name="connsiteX0" fmla="*/ 0 w 747725"/>
              <a:gd name="connsiteY0" fmla="*/ 18410 h 661901"/>
              <a:gd name="connsiteX1" fmla="*/ 297180 w 747725"/>
              <a:gd name="connsiteY1" fmla="*/ 6980 h 661901"/>
              <a:gd name="connsiteX2" fmla="*/ 580077 w 747725"/>
              <a:gd name="connsiteY2" fmla="*/ 94498 h 661901"/>
              <a:gd name="connsiteX3" fmla="*/ 746760 w 747725"/>
              <a:gd name="connsiteY3" fmla="*/ 319400 h 661901"/>
              <a:gd name="connsiteX4" fmla="*/ 633418 w 747725"/>
              <a:gd name="connsiteY4" fmla="*/ 563128 h 661901"/>
              <a:gd name="connsiteX5" fmla="*/ 316230 w 747725"/>
              <a:gd name="connsiteY5" fmla="*/ 654680 h 661901"/>
              <a:gd name="connsiteX6" fmla="*/ 0 w 747725"/>
              <a:gd name="connsiteY6" fmla="*/ 654680 h 661901"/>
              <a:gd name="connsiteX0" fmla="*/ 51448 w 747725"/>
              <a:gd name="connsiteY0" fmla="*/ 10341 h 672175"/>
              <a:gd name="connsiteX1" fmla="*/ 297180 w 747725"/>
              <a:gd name="connsiteY1" fmla="*/ 17254 h 672175"/>
              <a:gd name="connsiteX2" fmla="*/ 580077 w 747725"/>
              <a:gd name="connsiteY2" fmla="*/ 104772 h 672175"/>
              <a:gd name="connsiteX3" fmla="*/ 746760 w 747725"/>
              <a:gd name="connsiteY3" fmla="*/ 329674 h 672175"/>
              <a:gd name="connsiteX4" fmla="*/ 633418 w 747725"/>
              <a:gd name="connsiteY4" fmla="*/ 573402 h 672175"/>
              <a:gd name="connsiteX5" fmla="*/ 316230 w 747725"/>
              <a:gd name="connsiteY5" fmla="*/ 664954 h 672175"/>
              <a:gd name="connsiteX6" fmla="*/ 0 w 747725"/>
              <a:gd name="connsiteY6" fmla="*/ 664954 h 672175"/>
              <a:gd name="connsiteX0" fmla="*/ 51448 w 747725"/>
              <a:gd name="connsiteY0" fmla="*/ 1677 h 663511"/>
              <a:gd name="connsiteX1" fmla="*/ 297180 w 747725"/>
              <a:gd name="connsiteY1" fmla="*/ 8590 h 663511"/>
              <a:gd name="connsiteX2" fmla="*/ 580077 w 747725"/>
              <a:gd name="connsiteY2" fmla="*/ 96108 h 663511"/>
              <a:gd name="connsiteX3" fmla="*/ 746760 w 747725"/>
              <a:gd name="connsiteY3" fmla="*/ 321010 h 663511"/>
              <a:gd name="connsiteX4" fmla="*/ 633418 w 747725"/>
              <a:gd name="connsiteY4" fmla="*/ 564738 h 663511"/>
              <a:gd name="connsiteX5" fmla="*/ 316230 w 747725"/>
              <a:gd name="connsiteY5" fmla="*/ 656290 h 663511"/>
              <a:gd name="connsiteX6" fmla="*/ 0 w 747725"/>
              <a:gd name="connsiteY6" fmla="*/ 656290 h 663511"/>
              <a:gd name="connsiteX0" fmla="*/ 51448 w 747725"/>
              <a:gd name="connsiteY0" fmla="*/ 63 h 661897"/>
              <a:gd name="connsiteX1" fmla="*/ 266311 w 747725"/>
              <a:gd name="connsiteY1" fmla="*/ 10033 h 661897"/>
              <a:gd name="connsiteX2" fmla="*/ 580077 w 747725"/>
              <a:gd name="connsiteY2" fmla="*/ 94494 h 661897"/>
              <a:gd name="connsiteX3" fmla="*/ 746760 w 747725"/>
              <a:gd name="connsiteY3" fmla="*/ 319396 h 661897"/>
              <a:gd name="connsiteX4" fmla="*/ 633418 w 747725"/>
              <a:gd name="connsiteY4" fmla="*/ 563124 h 661897"/>
              <a:gd name="connsiteX5" fmla="*/ 316230 w 747725"/>
              <a:gd name="connsiteY5" fmla="*/ 654676 h 661897"/>
              <a:gd name="connsiteX6" fmla="*/ 0 w 747725"/>
              <a:gd name="connsiteY6" fmla="*/ 654676 h 661897"/>
              <a:gd name="connsiteX0" fmla="*/ 51448 w 747725"/>
              <a:gd name="connsiteY0" fmla="*/ 0 h 661834"/>
              <a:gd name="connsiteX1" fmla="*/ 266311 w 747725"/>
              <a:gd name="connsiteY1" fmla="*/ 9970 h 661834"/>
              <a:gd name="connsiteX2" fmla="*/ 580077 w 747725"/>
              <a:gd name="connsiteY2" fmla="*/ 94431 h 661834"/>
              <a:gd name="connsiteX3" fmla="*/ 746760 w 747725"/>
              <a:gd name="connsiteY3" fmla="*/ 319333 h 661834"/>
              <a:gd name="connsiteX4" fmla="*/ 633418 w 747725"/>
              <a:gd name="connsiteY4" fmla="*/ 563061 h 661834"/>
              <a:gd name="connsiteX5" fmla="*/ 316230 w 747725"/>
              <a:gd name="connsiteY5" fmla="*/ 654613 h 661834"/>
              <a:gd name="connsiteX6" fmla="*/ 0 w 747725"/>
              <a:gd name="connsiteY6" fmla="*/ 654613 h 661834"/>
              <a:gd name="connsiteX0" fmla="*/ 51448 w 747459"/>
              <a:gd name="connsiteY0" fmla="*/ 0 h 661834"/>
              <a:gd name="connsiteX1" fmla="*/ 266311 w 747459"/>
              <a:gd name="connsiteY1" fmla="*/ 9970 h 661834"/>
              <a:gd name="connsiteX2" fmla="*/ 580077 w 747459"/>
              <a:gd name="connsiteY2" fmla="*/ 94431 h 661834"/>
              <a:gd name="connsiteX3" fmla="*/ 746760 w 747459"/>
              <a:gd name="connsiteY3" fmla="*/ 319333 h 661834"/>
              <a:gd name="connsiteX4" fmla="*/ 633418 w 747459"/>
              <a:gd name="connsiteY4" fmla="*/ 563061 h 661834"/>
              <a:gd name="connsiteX5" fmla="*/ 482179 w 747459"/>
              <a:gd name="connsiteY5" fmla="*/ 624421 h 661834"/>
              <a:gd name="connsiteX6" fmla="*/ 316230 w 747459"/>
              <a:gd name="connsiteY6" fmla="*/ 654613 h 661834"/>
              <a:gd name="connsiteX7" fmla="*/ 0 w 747459"/>
              <a:gd name="connsiteY7" fmla="*/ 654613 h 661834"/>
              <a:gd name="connsiteX0" fmla="*/ 51448 w 752823"/>
              <a:gd name="connsiteY0" fmla="*/ 0 h 661834"/>
              <a:gd name="connsiteX1" fmla="*/ 266311 w 752823"/>
              <a:gd name="connsiteY1" fmla="*/ 9970 h 661834"/>
              <a:gd name="connsiteX2" fmla="*/ 580077 w 752823"/>
              <a:gd name="connsiteY2" fmla="*/ 94431 h 661834"/>
              <a:gd name="connsiteX3" fmla="*/ 746760 w 752823"/>
              <a:gd name="connsiteY3" fmla="*/ 319333 h 661834"/>
              <a:gd name="connsiteX4" fmla="*/ 708551 w 752823"/>
              <a:gd name="connsiteY4" fmla="*/ 450168 h 661834"/>
              <a:gd name="connsiteX5" fmla="*/ 633418 w 752823"/>
              <a:gd name="connsiteY5" fmla="*/ 563061 h 661834"/>
              <a:gd name="connsiteX6" fmla="*/ 482179 w 752823"/>
              <a:gd name="connsiteY6" fmla="*/ 624421 h 661834"/>
              <a:gd name="connsiteX7" fmla="*/ 316230 w 752823"/>
              <a:gd name="connsiteY7" fmla="*/ 654613 h 661834"/>
              <a:gd name="connsiteX8" fmla="*/ 0 w 752823"/>
              <a:gd name="connsiteY8" fmla="*/ 654613 h 661834"/>
              <a:gd name="connsiteX0" fmla="*/ 51448 w 747107"/>
              <a:gd name="connsiteY0" fmla="*/ 0 h 661834"/>
              <a:gd name="connsiteX1" fmla="*/ 266311 w 747107"/>
              <a:gd name="connsiteY1" fmla="*/ 9970 h 661834"/>
              <a:gd name="connsiteX2" fmla="*/ 580077 w 747107"/>
              <a:gd name="connsiteY2" fmla="*/ 94431 h 661834"/>
              <a:gd name="connsiteX3" fmla="*/ 687970 w 747107"/>
              <a:gd name="connsiteY3" fmla="*/ 208660 h 661834"/>
              <a:gd name="connsiteX4" fmla="*/ 746760 w 747107"/>
              <a:gd name="connsiteY4" fmla="*/ 319333 h 661834"/>
              <a:gd name="connsiteX5" fmla="*/ 708551 w 747107"/>
              <a:gd name="connsiteY5" fmla="*/ 450168 h 661834"/>
              <a:gd name="connsiteX6" fmla="*/ 633418 w 747107"/>
              <a:gd name="connsiteY6" fmla="*/ 563061 h 661834"/>
              <a:gd name="connsiteX7" fmla="*/ 482179 w 747107"/>
              <a:gd name="connsiteY7" fmla="*/ 624421 h 661834"/>
              <a:gd name="connsiteX8" fmla="*/ 316230 w 747107"/>
              <a:gd name="connsiteY8" fmla="*/ 654613 h 661834"/>
              <a:gd name="connsiteX9" fmla="*/ 0 w 747107"/>
              <a:gd name="connsiteY9" fmla="*/ 654613 h 661834"/>
              <a:gd name="connsiteX0" fmla="*/ 51448 w 747105"/>
              <a:gd name="connsiteY0" fmla="*/ 0 h 661834"/>
              <a:gd name="connsiteX1" fmla="*/ 266311 w 747105"/>
              <a:gd name="connsiteY1" fmla="*/ 9970 h 661834"/>
              <a:gd name="connsiteX2" fmla="*/ 437591 w 747105"/>
              <a:gd name="connsiteY2" fmla="*/ 37465 h 661834"/>
              <a:gd name="connsiteX3" fmla="*/ 580077 w 747105"/>
              <a:gd name="connsiteY3" fmla="*/ 94431 h 661834"/>
              <a:gd name="connsiteX4" fmla="*/ 687970 w 747105"/>
              <a:gd name="connsiteY4" fmla="*/ 208660 h 661834"/>
              <a:gd name="connsiteX5" fmla="*/ 746760 w 747105"/>
              <a:gd name="connsiteY5" fmla="*/ 319333 h 661834"/>
              <a:gd name="connsiteX6" fmla="*/ 708551 w 747105"/>
              <a:gd name="connsiteY6" fmla="*/ 450168 h 661834"/>
              <a:gd name="connsiteX7" fmla="*/ 633418 w 747105"/>
              <a:gd name="connsiteY7" fmla="*/ 563061 h 661834"/>
              <a:gd name="connsiteX8" fmla="*/ 482179 w 747105"/>
              <a:gd name="connsiteY8" fmla="*/ 624421 h 661834"/>
              <a:gd name="connsiteX9" fmla="*/ 316230 w 747105"/>
              <a:gd name="connsiteY9" fmla="*/ 654613 h 661834"/>
              <a:gd name="connsiteX10" fmla="*/ 0 w 747105"/>
              <a:gd name="connsiteY10" fmla="*/ 654613 h 661834"/>
              <a:gd name="connsiteX0" fmla="*/ 51448 w 747107"/>
              <a:gd name="connsiteY0" fmla="*/ 0 h 661834"/>
              <a:gd name="connsiteX1" fmla="*/ 163201 w 747107"/>
              <a:gd name="connsiteY1" fmla="*/ 780 h 661834"/>
              <a:gd name="connsiteX2" fmla="*/ 266311 w 747107"/>
              <a:gd name="connsiteY2" fmla="*/ 9970 h 661834"/>
              <a:gd name="connsiteX3" fmla="*/ 437591 w 747107"/>
              <a:gd name="connsiteY3" fmla="*/ 37465 h 661834"/>
              <a:gd name="connsiteX4" fmla="*/ 580077 w 747107"/>
              <a:gd name="connsiteY4" fmla="*/ 94431 h 661834"/>
              <a:gd name="connsiteX5" fmla="*/ 687970 w 747107"/>
              <a:gd name="connsiteY5" fmla="*/ 208660 h 661834"/>
              <a:gd name="connsiteX6" fmla="*/ 746760 w 747107"/>
              <a:gd name="connsiteY6" fmla="*/ 319333 h 661834"/>
              <a:gd name="connsiteX7" fmla="*/ 708551 w 747107"/>
              <a:gd name="connsiteY7" fmla="*/ 450168 h 661834"/>
              <a:gd name="connsiteX8" fmla="*/ 633418 w 747107"/>
              <a:gd name="connsiteY8" fmla="*/ 563061 h 661834"/>
              <a:gd name="connsiteX9" fmla="*/ 482179 w 747107"/>
              <a:gd name="connsiteY9" fmla="*/ 624421 h 661834"/>
              <a:gd name="connsiteX10" fmla="*/ 316230 w 747107"/>
              <a:gd name="connsiteY10" fmla="*/ 654613 h 661834"/>
              <a:gd name="connsiteX11" fmla="*/ 0 w 747107"/>
              <a:gd name="connsiteY11" fmla="*/ 654613 h 661834"/>
              <a:gd name="connsiteX0" fmla="*/ 51448 w 747105"/>
              <a:gd name="connsiteY0" fmla="*/ 0 h 661834"/>
              <a:gd name="connsiteX1" fmla="*/ 163201 w 747105"/>
              <a:gd name="connsiteY1" fmla="*/ 780 h 661834"/>
              <a:gd name="connsiteX2" fmla="*/ 266311 w 747105"/>
              <a:gd name="connsiteY2" fmla="*/ 9970 h 661834"/>
              <a:gd name="connsiteX3" fmla="*/ 413582 w 747105"/>
              <a:gd name="connsiteY3" fmla="*/ 37465 h 661834"/>
              <a:gd name="connsiteX4" fmla="*/ 580077 w 747105"/>
              <a:gd name="connsiteY4" fmla="*/ 94431 h 661834"/>
              <a:gd name="connsiteX5" fmla="*/ 687970 w 747105"/>
              <a:gd name="connsiteY5" fmla="*/ 208660 h 661834"/>
              <a:gd name="connsiteX6" fmla="*/ 746760 w 747105"/>
              <a:gd name="connsiteY6" fmla="*/ 319333 h 661834"/>
              <a:gd name="connsiteX7" fmla="*/ 708551 w 747105"/>
              <a:gd name="connsiteY7" fmla="*/ 450168 h 661834"/>
              <a:gd name="connsiteX8" fmla="*/ 633418 w 747105"/>
              <a:gd name="connsiteY8" fmla="*/ 563061 h 661834"/>
              <a:gd name="connsiteX9" fmla="*/ 482179 w 747105"/>
              <a:gd name="connsiteY9" fmla="*/ 624421 h 661834"/>
              <a:gd name="connsiteX10" fmla="*/ 316230 w 747105"/>
              <a:gd name="connsiteY10" fmla="*/ 654613 h 661834"/>
              <a:gd name="connsiteX11" fmla="*/ 0 w 747105"/>
              <a:gd name="connsiteY11" fmla="*/ 654613 h 661834"/>
              <a:gd name="connsiteX0" fmla="*/ 51448 w 746858"/>
              <a:gd name="connsiteY0" fmla="*/ 0 h 661834"/>
              <a:gd name="connsiteX1" fmla="*/ 163201 w 746858"/>
              <a:gd name="connsiteY1" fmla="*/ 780 h 661834"/>
              <a:gd name="connsiteX2" fmla="*/ 266311 w 746858"/>
              <a:gd name="connsiteY2" fmla="*/ 9970 h 661834"/>
              <a:gd name="connsiteX3" fmla="*/ 413582 w 746858"/>
              <a:gd name="connsiteY3" fmla="*/ 37465 h 661834"/>
              <a:gd name="connsiteX4" fmla="*/ 580077 w 746858"/>
              <a:gd name="connsiteY4" fmla="*/ 94431 h 661834"/>
              <a:gd name="connsiteX5" fmla="*/ 698260 w 746858"/>
              <a:gd name="connsiteY5" fmla="*/ 199489 h 661834"/>
              <a:gd name="connsiteX6" fmla="*/ 746760 w 746858"/>
              <a:gd name="connsiteY6" fmla="*/ 319333 h 661834"/>
              <a:gd name="connsiteX7" fmla="*/ 708551 w 746858"/>
              <a:gd name="connsiteY7" fmla="*/ 450168 h 661834"/>
              <a:gd name="connsiteX8" fmla="*/ 633418 w 746858"/>
              <a:gd name="connsiteY8" fmla="*/ 563061 h 661834"/>
              <a:gd name="connsiteX9" fmla="*/ 482179 w 746858"/>
              <a:gd name="connsiteY9" fmla="*/ 624421 h 661834"/>
              <a:gd name="connsiteX10" fmla="*/ 316230 w 746858"/>
              <a:gd name="connsiteY10" fmla="*/ 654613 h 661834"/>
              <a:gd name="connsiteX11" fmla="*/ 0 w 746858"/>
              <a:gd name="connsiteY11" fmla="*/ 654613 h 661834"/>
              <a:gd name="connsiteX0" fmla="*/ 51448 w 747326"/>
              <a:gd name="connsiteY0" fmla="*/ 0 h 661834"/>
              <a:gd name="connsiteX1" fmla="*/ 163201 w 747326"/>
              <a:gd name="connsiteY1" fmla="*/ 780 h 661834"/>
              <a:gd name="connsiteX2" fmla="*/ 266311 w 747326"/>
              <a:gd name="connsiteY2" fmla="*/ 9970 h 661834"/>
              <a:gd name="connsiteX3" fmla="*/ 413582 w 747326"/>
              <a:gd name="connsiteY3" fmla="*/ 37465 h 661834"/>
              <a:gd name="connsiteX4" fmla="*/ 580077 w 747326"/>
              <a:gd name="connsiteY4" fmla="*/ 94431 h 661834"/>
              <a:gd name="connsiteX5" fmla="*/ 698260 w 747326"/>
              <a:gd name="connsiteY5" fmla="*/ 199489 h 661834"/>
              <a:gd name="connsiteX6" fmla="*/ 746760 w 747326"/>
              <a:gd name="connsiteY6" fmla="*/ 319333 h 661834"/>
              <a:gd name="connsiteX7" fmla="*/ 718841 w 747326"/>
              <a:gd name="connsiteY7" fmla="*/ 465453 h 661834"/>
              <a:gd name="connsiteX8" fmla="*/ 633418 w 747326"/>
              <a:gd name="connsiteY8" fmla="*/ 563061 h 661834"/>
              <a:gd name="connsiteX9" fmla="*/ 482179 w 747326"/>
              <a:gd name="connsiteY9" fmla="*/ 624421 h 661834"/>
              <a:gd name="connsiteX10" fmla="*/ 316230 w 747326"/>
              <a:gd name="connsiteY10" fmla="*/ 654613 h 661834"/>
              <a:gd name="connsiteX11" fmla="*/ 0 w 747326"/>
              <a:gd name="connsiteY11" fmla="*/ 654613 h 661834"/>
              <a:gd name="connsiteX0" fmla="*/ 51448 w 747328"/>
              <a:gd name="connsiteY0" fmla="*/ 0 h 658918"/>
              <a:gd name="connsiteX1" fmla="*/ 163201 w 747328"/>
              <a:gd name="connsiteY1" fmla="*/ 780 h 658918"/>
              <a:gd name="connsiteX2" fmla="*/ 266311 w 747328"/>
              <a:gd name="connsiteY2" fmla="*/ 9970 h 658918"/>
              <a:gd name="connsiteX3" fmla="*/ 413582 w 747328"/>
              <a:gd name="connsiteY3" fmla="*/ 37465 h 658918"/>
              <a:gd name="connsiteX4" fmla="*/ 580077 w 747328"/>
              <a:gd name="connsiteY4" fmla="*/ 94431 h 658918"/>
              <a:gd name="connsiteX5" fmla="*/ 698260 w 747328"/>
              <a:gd name="connsiteY5" fmla="*/ 199489 h 658918"/>
              <a:gd name="connsiteX6" fmla="*/ 746760 w 747328"/>
              <a:gd name="connsiteY6" fmla="*/ 319333 h 658918"/>
              <a:gd name="connsiteX7" fmla="*/ 718841 w 747328"/>
              <a:gd name="connsiteY7" fmla="*/ 465453 h 658918"/>
              <a:gd name="connsiteX8" fmla="*/ 633418 w 747328"/>
              <a:gd name="connsiteY8" fmla="*/ 563061 h 658918"/>
              <a:gd name="connsiteX9" fmla="*/ 495899 w 747328"/>
              <a:gd name="connsiteY9" fmla="*/ 633592 h 658918"/>
              <a:gd name="connsiteX10" fmla="*/ 316230 w 747328"/>
              <a:gd name="connsiteY10" fmla="*/ 654613 h 658918"/>
              <a:gd name="connsiteX11" fmla="*/ 0 w 747328"/>
              <a:gd name="connsiteY11" fmla="*/ 654613 h 658918"/>
              <a:gd name="connsiteX0" fmla="*/ 51448 w 747326"/>
              <a:gd name="connsiteY0" fmla="*/ 0 h 658918"/>
              <a:gd name="connsiteX1" fmla="*/ 163201 w 747326"/>
              <a:gd name="connsiteY1" fmla="*/ 780 h 658918"/>
              <a:gd name="connsiteX2" fmla="*/ 297180 w 747326"/>
              <a:gd name="connsiteY2" fmla="*/ 16084 h 658918"/>
              <a:gd name="connsiteX3" fmla="*/ 413582 w 747326"/>
              <a:gd name="connsiteY3" fmla="*/ 37465 h 658918"/>
              <a:gd name="connsiteX4" fmla="*/ 580077 w 747326"/>
              <a:gd name="connsiteY4" fmla="*/ 94431 h 658918"/>
              <a:gd name="connsiteX5" fmla="*/ 698260 w 747326"/>
              <a:gd name="connsiteY5" fmla="*/ 199489 h 658918"/>
              <a:gd name="connsiteX6" fmla="*/ 746760 w 747326"/>
              <a:gd name="connsiteY6" fmla="*/ 319333 h 658918"/>
              <a:gd name="connsiteX7" fmla="*/ 718841 w 747326"/>
              <a:gd name="connsiteY7" fmla="*/ 465453 h 658918"/>
              <a:gd name="connsiteX8" fmla="*/ 633418 w 747326"/>
              <a:gd name="connsiteY8" fmla="*/ 563061 h 658918"/>
              <a:gd name="connsiteX9" fmla="*/ 495899 w 747326"/>
              <a:gd name="connsiteY9" fmla="*/ 633592 h 658918"/>
              <a:gd name="connsiteX10" fmla="*/ 316230 w 747326"/>
              <a:gd name="connsiteY10" fmla="*/ 654613 h 658918"/>
              <a:gd name="connsiteX11" fmla="*/ 0 w 747326"/>
              <a:gd name="connsiteY11" fmla="*/ 654613 h 658918"/>
              <a:gd name="connsiteX0" fmla="*/ 51448 w 747328"/>
              <a:gd name="connsiteY0" fmla="*/ 0 h 658918"/>
              <a:gd name="connsiteX1" fmla="*/ 163201 w 747328"/>
              <a:gd name="connsiteY1" fmla="*/ 780 h 658918"/>
              <a:gd name="connsiteX2" fmla="*/ 297180 w 747328"/>
              <a:gd name="connsiteY2" fmla="*/ 16084 h 658918"/>
              <a:gd name="connsiteX3" fmla="*/ 441021 w 747328"/>
              <a:gd name="connsiteY3" fmla="*/ 37465 h 658918"/>
              <a:gd name="connsiteX4" fmla="*/ 580077 w 747328"/>
              <a:gd name="connsiteY4" fmla="*/ 94431 h 658918"/>
              <a:gd name="connsiteX5" fmla="*/ 698260 w 747328"/>
              <a:gd name="connsiteY5" fmla="*/ 199489 h 658918"/>
              <a:gd name="connsiteX6" fmla="*/ 746760 w 747328"/>
              <a:gd name="connsiteY6" fmla="*/ 319333 h 658918"/>
              <a:gd name="connsiteX7" fmla="*/ 718841 w 747328"/>
              <a:gd name="connsiteY7" fmla="*/ 465453 h 658918"/>
              <a:gd name="connsiteX8" fmla="*/ 633418 w 747328"/>
              <a:gd name="connsiteY8" fmla="*/ 563061 h 658918"/>
              <a:gd name="connsiteX9" fmla="*/ 495899 w 747328"/>
              <a:gd name="connsiteY9" fmla="*/ 633592 h 658918"/>
              <a:gd name="connsiteX10" fmla="*/ 316230 w 747328"/>
              <a:gd name="connsiteY10" fmla="*/ 654613 h 658918"/>
              <a:gd name="connsiteX11" fmla="*/ 0 w 747328"/>
              <a:gd name="connsiteY11" fmla="*/ 654613 h 658918"/>
              <a:gd name="connsiteX0" fmla="*/ 51448 w 747326"/>
              <a:gd name="connsiteY0" fmla="*/ 0 h 658918"/>
              <a:gd name="connsiteX1" fmla="*/ 163201 w 747326"/>
              <a:gd name="connsiteY1" fmla="*/ 780 h 658918"/>
              <a:gd name="connsiteX2" fmla="*/ 297180 w 747326"/>
              <a:gd name="connsiteY2" fmla="*/ 9970 h 658918"/>
              <a:gd name="connsiteX3" fmla="*/ 441021 w 747326"/>
              <a:gd name="connsiteY3" fmla="*/ 37465 h 658918"/>
              <a:gd name="connsiteX4" fmla="*/ 580077 w 747326"/>
              <a:gd name="connsiteY4" fmla="*/ 94431 h 658918"/>
              <a:gd name="connsiteX5" fmla="*/ 698260 w 747326"/>
              <a:gd name="connsiteY5" fmla="*/ 199489 h 658918"/>
              <a:gd name="connsiteX6" fmla="*/ 746760 w 747326"/>
              <a:gd name="connsiteY6" fmla="*/ 319333 h 658918"/>
              <a:gd name="connsiteX7" fmla="*/ 718841 w 747326"/>
              <a:gd name="connsiteY7" fmla="*/ 465453 h 658918"/>
              <a:gd name="connsiteX8" fmla="*/ 633418 w 747326"/>
              <a:gd name="connsiteY8" fmla="*/ 563061 h 658918"/>
              <a:gd name="connsiteX9" fmla="*/ 495899 w 747326"/>
              <a:gd name="connsiteY9" fmla="*/ 633592 h 658918"/>
              <a:gd name="connsiteX10" fmla="*/ 316230 w 747326"/>
              <a:gd name="connsiteY10" fmla="*/ 654613 h 658918"/>
              <a:gd name="connsiteX11" fmla="*/ 0 w 747326"/>
              <a:gd name="connsiteY11" fmla="*/ 654613 h 65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7326" h="658918">
                <a:moveTo>
                  <a:pt x="51448" y="0"/>
                </a:moveTo>
                <a:lnTo>
                  <a:pt x="163201" y="780"/>
                </a:lnTo>
                <a:cubicBezTo>
                  <a:pt x="199011" y="2442"/>
                  <a:pt x="250877" y="3856"/>
                  <a:pt x="297180" y="9970"/>
                </a:cubicBezTo>
                <a:cubicBezTo>
                  <a:pt x="343483" y="16084"/>
                  <a:pt x="388727" y="23388"/>
                  <a:pt x="441021" y="37465"/>
                </a:cubicBezTo>
                <a:cubicBezTo>
                  <a:pt x="493315" y="51542"/>
                  <a:pt x="538347" y="65899"/>
                  <a:pt x="580077" y="94431"/>
                </a:cubicBezTo>
                <a:cubicBezTo>
                  <a:pt x="621807" y="122964"/>
                  <a:pt x="670480" y="162005"/>
                  <a:pt x="698260" y="199489"/>
                </a:cubicBezTo>
                <a:cubicBezTo>
                  <a:pt x="726040" y="236973"/>
                  <a:pt x="743330" y="275006"/>
                  <a:pt x="746760" y="319333"/>
                </a:cubicBezTo>
                <a:cubicBezTo>
                  <a:pt x="750190" y="363660"/>
                  <a:pt x="737731" y="424832"/>
                  <a:pt x="718841" y="465453"/>
                </a:cubicBezTo>
                <a:cubicBezTo>
                  <a:pt x="699951" y="506074"/>
                  <a:pt x="671147" y="534019"/>
                  <a:pt x="633418" y="563061"/>
                </a:cubicBezTo>
                <a:cubicBezTo>
                  <a:pt x="595689" y="592103"/>
                  <a:pt x="548764" y="618333"/>
                  <a:pt x="495899" y="633592"/>
                </a:cubicBezTo>
                <a:cubicBezTo>
                  <a:pt x="443034" y="648851"/>
                  <a:pt x="398880" y="651110"/>
                  <a:pt x="316230" y="654613"/>
                </a:cubicBezTo>
                <a:cubicBezTo>
                  <a:pt x="233580" y="658116"/>
                  <a:pt x="125730" y="662233"/>
                  <a:pt x="0" y="654613"/>
                </a:cubicBezTo>
              </a:path>
            </a:pathLst>
          </a:custGeom>
          <a:noFill/>
          <a:ln w="19050">
            <a:solidFill>
              <a:schemeClr val="tx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66" name="Group 65"/>
          <p:cNvGrpSpPr/>
          <p:nvPr/>
        </p:nvGrpSpPr>
        <p:grpSpPr>
          <a:xfrm>
            <a:off x="4656136" y="2955480"/>
            <a:ext cx="182971" cy="163897"/>
            <a:chOff x="7919780" y="3535680"/>
            <a:chExt cx="214128" cy="171517"/>
          </a:xfrm>
        </p:grpSpPr>
        <p:cxnSp>
          <p:nvCxnSpPr>
            <p:cNvPr id="58" name="Straight Connector 57"/>
            <p:cNvCxnSpPr/>
            <p:nvPr/>
          </p:nvCxnSpPr>
          <p:spPr>
            <a:xfrm flipH="1">
              <a:off x="7919780" y="3535680"/>
              <a:ext cx="214128" cy="17151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7919780" y="3535680"/>
              <a:ext cx="214128" cy="17151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Straight Arrow Connector 66"/>
          <p:cNvCxnSpPr/>
          <p:nvPr/>
        </p:nvCxnSpPr>
        <p:spPr>
          <a:xfrm>
            <a:off x="3180427" y="3035419"/>
            <a:ext cx="1391226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own Arrow 67"/>
          <p:cNvSpPr/>
          <p:nvPr/>
        </p:nvSpPr>
        <p:spPr>
          <a:xfrm>
            <a:off x="132080" y="1454312"/>
            <a:ext cx="333024" cy="4923746"/>
          </a:xfrm>
          <a:prstGeom prst="downArrow">
            <a:avLst>
              <a:gd name="adj1" fmla="val 50000"/>
              <a:gd name="adj2" fmla="val 101780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End                                                                                                                 Beginning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1188" y="2054065"/>
            <a:ext cx="89916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More info</a:t>
            </a:r>
          </a:p>
        </p:txBody>
      </p:sp>
      <p:grpSp>
        <p:nvGrpSpPr>
          <p:cNvPr id="44" name="Group 43"/>
          <p:cNvGrpSpPr>
            <a:grpSpLocks/>
          </p:cNvGrpSpPr>
          <p:nvPr/>
        </p:nvGrpSpPr>
        <p:grpSpPr>
          <a:xfrm>
            <a:off x="8932279" y="4734549"/>
            <a:ext cx="2848273" cy="1030922"/>
            <a:chOff x="6695440" y="2253984"/>
            <a:chExt cx="3586480" cy="1251216"/>
          </a:xfrm>
        </p:grpSpPr>
        <p:sp>
          <p:nvSpPr>
            <p:cNvPr id="45" name="Rectangle 44"/>
            <p:cNvSpPr/>
            <p:nvPr/>
          </p:nvSpPr>
          <p:spPr>
            <a:xfrm>
              <a:off x="6695440" y="2253984"/>
              <a:ext cx="3586480" cy="1251216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AU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735781" y="2284464"/>
              <a:ext cx="1523600" cy="2020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 fontScale="85000" lnSpcReduction="10000"/>
            </a:bodyPr>
            <a:lstStyle/>
            <a:p>
              <a:r>
                <a:rPr lang="en-AU" sz="1100" b="1" dirty="0">
                  <a:solidFill>
                    <a:schemeClr val="tx2"/>
                  </a:solidFill>
                </a:rPr>
                <a:t>Loop, Frame or Package 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10922668" y="1331544"/>
            <a:ext cx="868830" cy="711893"/>
            <a:chOff x="7736840" y="1306002"/>
            <a:chExt cx="778557" cy="637926"/>
          </a:xfrm>
        </p:grpSpPr>
        <p:sp>
          <p:nvSpPr>
            <p:cNvPr id="17" name="Oval 16"/>
            <p:cNvSpPr/>
            <p:nvPr/>
          </p:nvSpPr>
          <p:spPr>
            <a:xfrm>
              <a:off x="7877471" y="1306002"/>
              <a:ext cx="637926" cy="63792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AU" sz="900" dirty="0">
                  <a:solidFill>
                    <a:schemeClr val="tx2"/>
                  </a:solidFill>
                </a:rPr>
                <a:t>Boundary</a:t>
              </a:r>
            </a:p>
          </p:txBody>
        </p:sp>
        <p:cxnSp>
          <p:nvCxnSpPr>
            <p:cNvPr id="21" name="Straight Connector 20"/>
            <p:cNvCxnSpPr>
              <a:stCxn id="17" idx="2"/>
            </p:cNvCxnSpPr>
            <p:nvPr/>
          </p:nvCxnSpPr>
          <p:spPr>
            <a:xfrm flipH="1">
              <a:off x="7736840" y="1624965"/>
              <a:ext cx="140631" cy="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7736840" y="1421504"/>
              <a:ext cx="0" cy="406922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11045351" y="2136837"/>
            <a:ext cx="746147" cy="746147"/>
            <a:chOff x="7877471" y="2133957"/>
            <a:chExt cx="637926" cy="637926"/>
          </a:xfrm>
        </p:grpSpPr>
        <p:sp>
          <p:nvSpPr>
            <p:cNvPr id="60" name="Oval 59"/>
            <p:cNvSpPr/>
            <p:nvPr/>
          </p:nvSpPr>
          <p:spPr>
            <a:xfrm>
              <a:off x="7877471" y="2133957"/>
              <a:ext cx="637926" cy="63792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AU" sz="900" dirty="0">
                  <a:solidFill>
                    <a:schemeClr val="tx2"/>
                  </a:solidFill>
                </a:rPr>
                <a:t>Entity</a:t>
              </a:r>
            </a:p>
          </p:txBody>
        </p:sp>
        <p:cxnSp>
          <p:nvCxnSpPr>
            <p:cNvPr id="64" name="Straight Connector 63"/>
            <p:cNvCxnSpPr/>
            <p:nvPr/>
          </p:nvCxnSpPr>
          <p:spPr>
            <a:xfrm flipH="1">
              <a:off x="7906814" y="2771883"/>
              <a:ext cx="579240" cy="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11066794" y="2970414"/>
            <a:ext cx="735346" cy="834716"/>
            <a:chOff x="7878527" y="3012440"/>
            <a:chExt cx="637926" cy="724131"/>
          </a:xfrm>
        </p:grpSpPr>
        <p:sp>
          <p:nvSpPr>
            <p:cNvPr id="65" name="Oval 64"/>
            <p:cNvSpPr/>
            <p:nvPr/>
          </p:nvSpPr>
          <p:spPr>
            <a:xfrm>
              <a:off x="7878527" y="3098645"/>
              <a:ext cx="637926" cy="63792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AU" sz="900" dirty="0">
                  <a:solidFill>
                    <a:schemeClr val="tx2"/>
                  </a:solidFill>
                </a:rPr>
                <a:t>Control</a:t>
              </a:r>
            </a:p>
          </p:txBody>
        </p:sp>
        <p:cxnSp>
          <p:nvCxnSpPr>
            <p:cNvPr id="36" name="Straight Connector 35"/>
            <p:cNvCxnSpPr>
              <a:stCxn id="65" idx="0"/>
            </p:cNvCxnSpPr>
            <p:nvPr/>
          </p:nvCxnSpPr>
          <p:spPr>
            <a:xfrm flipV="1">
              <a:off x="8197490" y="3012440"/>
              <a:ext cx="131170" cy="8620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65" idx="0"/>
            </p:cNvCxnSpPr>
            <p:nvPr/>
          </p:nvCxnSpPr>
          <p:spPr>
            <a:xfrm>
              <a:off x="8197490" y="3098645"/>
              <a:ext cx="93070" cy="12969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/>
          <p:cNvCxnSpPr/>
          <p:nvPr/>
        </p:nvCxnSpPr>
        <p:spPr>
          <a:xfrm>
            <a:off x="9709252" y="3152058"/>
            <a:ext cx="1041196" cy="0"/>
          </a:xfrm>
          <a:prstGeom prst="straightConnector1">
            <a:avLst/>
          </a:prstGeom>
          <a:ln w="19050">
            <a:solidFill>
              <a:schemeClr val="tx2"/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9714606" y="3492192"/>
            <a:ext cx="1041196" cy="81506"/>
            <a:chOff x="7759408" y="4432935"/>
            <a:chExt cx="1041196" cy="81506"/>
          </a:xfrm>
        </p:grpSpPr>
        <p:cxnSp>
          <p:nvCxnSpPr>
            <p:cNvPr id="80" name="Straight Arrow Connector 79"/>
            <p:cNvCxnSpPr/>
            <p:nvPr/>
          </p:nvCxnSpPr>
          <p:spPr>
            <a:xfrm>
              <a:off x="7759408" y="4514441"/>
              <a:ext cx="1041196" cy="0"/>
            </a:xfrm>
            <a:prstGeom prst="straightConnector1">
              <a:avLst/>
            </a:prstGeom>
            <a:ln w="19050" cap="rnd">
              <a:solidFill>
                <a:schemeClr val="tx2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H="1" flipV="1">
              <a:off x="8665210" y="4432935"/>
              <a:ext cx="133850" cy="81280"/>
            </a:xfrm>
            <a:prstGeom prst="line">
              <a:avLst/>
            </a:prstGeom>
            <a:ln w="19050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10247025" y="1316022"/>
            <a:ext cx="182971" cy="163897"/>
            <a:chOff x="7919780" y="3535680"/>
            <a:chExt cx="214128" cy="171517"/>
          </a:xfrm>
        </p:grpSpPr>
        <p:cxnSp>
          <p:nvCxnSpPr>
            <p:cNvPr id="85" name="Straight Connector 84"/>
            <p:cNvCxnSpPr/>
            <p:nvPr/>
          </p:nvCxnSpPr>
          <p:spPr>
            <a:xfrm flipH="1">
              <a:off x="7919780" y="3535680"/>
              <a:ext cx="214128" cy="17151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7919780" y="3535680"/>
              <a:ext cx="214128" cy="17151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Freeform 86"/>
          <p:cNvSpPr/>
          <p:nvPr/>
        </p:nvSpPr>
        <p:spPr>
          <a:xfrm>
            <a:off x="10180643" y="1965788"/>
            <a:ext cx="415075" cy="237884"/>
          </a:xfrm>
          <a:custGeom>
            <a:avLst/>
            <a:gdLst>
              <a:gd name="connsiteX0" fmla="*/ 0 w 1066805"/>
              <a:gd name="connsiteY0" fmla="*/ 20662 h 698842"/>
              <a:gd name="connsiteX1" fmla="*/ 647700 w 1066805"/>
              <a:gd name="connsiteY1" fmla="*/ 28282 h 698842"/>
              <a:gd name="connsiteX2" fmla="*/ 1066800 w 1066805"/>
              <a:gd name="connsiteY2" fmla="*/ 294982 h 698842"/>
              <a:gd name="connsiteX3" fmla="*/ 655320 w 1066805"/>
              <a:gd name="connsiteY3" fmla="*/ 653122 h 698842"/>
              <a:gd name="connsiteX4" fmla="*/ 7620 w 1066805"/>
              <a:gd name="connsiteY4" fmla="*/ 698842 h 698842"/>
              <a:gd name="connsiteX0" fmla="*/ 0 w 1077374"/>
              <a:gd name="connsiteY0" fmla="*/ 20662 h 698842"/>
              <a:gd name="connsiteX1" fmla="*/ 647700 w 1077374"/>
              <a:gd name="connsiteY1" fmla="*/ 28282 h 698842"/>
              <a:gd name="connsiteX2" fmla="*/ 1066800 w 1077374"/>
              <a:gd name="connsiteY2" fmla="*/ 294982 h 698842"/>
              <a:gd name="connsiteX3" fmla="*/ 926788 w 1077374"/>
              <a:gd name="connsiteY3" fmla="*/ 492990 h 698842"/>
              <a:gd name="connsiteX4" fmla="*/ 655320 w 1077374"/>
              <a:gd name="connsiteY4" fmla="*/ 653122 h 698842"/>
              <a:gd name="connsiteX5" fmla="*/ 7620 w 1077374"/>
              <a:gd name="connsiteY5" fmla="*/ 698842 h 698842"/>
              <a:gd name="connsiteX0" fmla="*/ 0 w 1081807"/>
              <a:gd name="connsiteY0" fmla="*/ 20662 h 698842"/>
              <a:gd name="connsiteX1" fmla="*/ 647700 w 1081807"/>
              <a:gd name="connsiteY1" fmla="*/ 28282 h 698842"/>
              <a:gd name="connsiteX2" fmla="*/ 1066800 w 1081807"/>
              <a:gd name="connsiteY2" fmla="*/ 294982 h 698842"/>
              <a:gd name="connsiteX3" fmla="*/ 957268 w 1081807"/>
              <a:gd name="connsiteY3" fmla="*/ 546330 h 698842"/>
              <a:gd name="connsiteX4" fmla="*/ 655320 w 1081807"/>
              <a:gd name="connsiteY4" fmla="*/ 653122 h 698842"/>
              <a:gd name="connsiteX5" fmla="*/ 7620 w 1081807"/>
              <a:gd name="connsiteY5" fmla="*/ 698842 h 698842"/>
              <a:gd name="connsiteX0" fmla="*/ 0 w 1067827"/>
              <a:gd name="connsiteY0" fmla="*/ 20662 h 698842"/>
              <a:gd name="connsiteX1" fmla="*/ 647700 w 1067827"/>
              <a:gd name="connsiteY1" fmla="*/ 28282 h 698842"/>
              <a:gd name="connsiteX2" fmla="*/ 903927 w 1067827"/>
              <a:gd name="connsiteY2" fmla="*/ 150090 h 698842"/>
              <a:gd name="connsiteX3" fmla="*/ 1066800 w 1067827"/>
              <a:gd name="connsiteY3" fmla="*/ 294982 h 698842"/>
              <a:gd name="connsiteX4" fmla="*/ 957268 w 1067827"/>
              <a:gd name="connsiteY4" fmla="*/ 546330 h 698842"/>
              <a:gd name="connsiteX5" fmla="*/ 655320 w 1067827"/>
              <a:gd name="connsiteY5" fmla="*/ 653122 h 698842"/>
              <a:gd name="connsiteX6" fmla="*/ 7620 w 1067827"/>
              <a:gd name="connsiteY6" fmla="*/ 698842 h 698842"/>
              <a:gd name="connsiteX0" fmla="*/ 0 w 1067370"/>
              <a:gd name="connsiteY0" fmla="*/ 10314 h 688494"/>
              <a:gd name="connsiteX1" fmla="*/ 647700 w 1067370"/>
              <a:gd name="connsiteY1" fmla="*/ 17934 h 688494"/>
              <a:gd name="connsiteX2" fmla="*/ 919167 w 1067370"/>
              <a:gd name="connsiteY2" fmla="*/ 109262 h 688494"/>
              <a:gd name="connsiteX3" fmla="*/ 1066800 w 1067370"/>
              <a:gd name="connsiteY3" fmla="*/ 284634 h 688494"/>
              <a:gd name="connsiteX4" fmla="*/ 957268 w 1067370"/>
              <a:gd name="connsiteY4" fmla="*/ 535982 h 688494"/>
              <a:gd name="connsiteX5" fmla="*/ 655320 w 1067370"/>
              <a:gd name="connsiteY5" fmla="*/ 642774 h 688494"/>
              <a:gd name="connsiteX6" fmla="*/ 7620 w 1067370"/>
              <a:gd name="connsiteY6" fmla="*/ 688494 h 688494"/>
              <a:gd name="connsiteX0" fmla="*/ 0 w 1067370"/>
              <a:gd name="connsiteY0" fmla="*/ 10314 h 688494"/>
              <a:gd name="connsiteX1" fmla="*/ 647700 w 1067370"/>
              <a:gd name="connsiteY1" fmla="*/ 17934 h 688494"/>
              <a:gd name="connsiteX2" fmla="*/ 919167 w 1067370"/>
              <a:gd name="connsiteY2" fmla="*/ 109262 h 688494"/>
              <a:gd name="connsiteX3" fmla="*/ 1066800 w 1067370"/>
              <a:gd name="connsiteY3" fmla="*/ 322734 h 688494"/>
              <a:gd name="connsiteX4" fmla="*/ 957268 w 1067370"/>
              <a:gd name="connsiteY4" fmla="*/ 535982 h 688494"/>
              <a:gd name="connsiteX5" fmla="*/ 655320 w 1067370"/>
              <a:gd name="connsiteY5" fmla="*/ 642774 h 688494"/>
              <a:gd name="connsiteX6" fmla="*/ 7620 w 1067370"/>
              <a:gd name="connsiteY6" fmla="*/ 688494 h 688494"/>
              <a:gd name="connsiteX0" fmla="*/ 0 w 1041218"/>
              <a:gd name="connsiteY0" fmla="*/ 10314 h 688494"/>
              <a:gd name="connsiteX1" fmla="*/ 647700 w 1041218"/>
              <a:gd name="connsiteY1" fmla="*/ 17934 h 688494"/>
              <a:gd name="connsiteX2" fmla="*/ 919167 w 1041218"/>
              <a:gd name="connsiteY2" fmla="*/ 109262 h 688494"/>
              <a:gd name="connsiteX3" fmla="*/ 1040130 w 1041218"/>
              <a:gd name="connsiteY3" fmla="*/ 315114 h 688494"/>
              <a:gd name="connsiteX4" fmla="*/ 957268 w 1041218"/>
              <a:gd name="connsiteY4" fmla="*/ 535982 h 688494"/>
              <a:gd name="connsiteX5" fmla="*/ 655320 w 1041218"/>
              <a:gd name="connsiteY5" fmla="*/ 642774 h 688494"/>
              <a:gd name="connsiteX6" fmla="*/ 7620 w 1041218"/>
              <a:gd name="connsiteY6" fmla="*/ 688494 h 688494"/>
              <a:gd name="connsiteX0" fmla="*/ 19050 w 1060268"/>
              <a:gd name="connsiteY0" fmla="*/ 10314 h 658014"/>
              <a:gd name="connsiteX1" fmla="*/ 666750 w 1060268"/>
              <a:gd name="connsiteY1" fmla="*/ 17934 h 658014"/>
              <a:gd name="connsiteX2" fmla="*/ 938217 w 1060268"/>
              <a:gd name="connsiteY2" fmla="*/ 109262 h 658014"/>
              <a:gd name="connsiteX3" fmla="*/ 1059180 w 1060268"/>
              <a:gd name="connsiteY3" fmla="*/ 315114 h 658014"/>
              <a:gd name="connsiteX4" fmla="*/ 976318 w 1060268"/>
              <a:gd name="connsiteY4" fmla="*/ 535982 h 658014"/>
              <a:gd name="connsiteX5" fmla="*/ 674370 w 1060268"/>
              <a:gd name="connsiteY5" fmla="*/ 642774 h 658014"/>
              <a:gd name="connsiteX6" fmla="*/ 0 w 1060268"/>
              <a:gd name="connsiteY6" fmla="*/ 658014 h 658014"/>
              <a:gd name="connsiteX0" fmla="*/ 0 w 1041218"/>
              <a:gd name="connsiteY0" fmla="*/ 10314 h 658014"/>
              <a:gd name="connsiteX1" fmla="*/ 647700 w 1041218"/>
              <a:gd name="connsiteY1" fmla="*/ 17934 h 658014"/>
              <a:gd name="connsiteX2" fmla="*/ 919167 w 1041218"/>
              <a:gd name="connsiteY2" fmla="*/ 109262 h 658014"/>
              <a:gd name="connsiteX3" fmla="*/ 1040130 w 1041218"/>
              <a:gd name="connsiteY3" fmla="*/ 315114 h 658014"/>
              <a:gd name="connsiteX4" fmla="*/ 957268 w 1041218"/>
              <a:gd name="connsiteY4" fmla="*/ 535982 h 658014"/>
              <a:gd name="connsiteX5" fmla="*/ 655320 w 1041218"/>
              <a:gd name="connsiteY5" fmla="*/ 642774 h 658014"/>
              <a:gd name="connsiteX6" fmla="*/ 3810 w 1041218"/>
              <a:gd name="connsiteY6" fmla="*/ 658014 h 658014"/>
              <a:gd name="connsiteX0" fmla="*/ 0 w 1041218"/>
              <a:gd name="connsiteY0" fmla="*/ 13345 h 661045"/>
              <a:gd name="connsiteX1" fmla="*/ 480060 w 1041218"/>
              <a:gd name="connsiteY1" fmla="*/ 13345 h 661045"/>
              <a:gd name="connsiteX2" fmla="*/ 919167 w 1041218"/>
              <a:gd name="connsiteY2" fmla="*/ 112293 h 661045"/>
              <a:gd name="connsiteX3" fmla="*/ 1040130 w 1041218"/>
              <a:gd name="connsiteY3" fmla="*/ 318145 h 661045"/>
              <a:gd name="connsiteX4" fmla="*/ 957268 w 1041218"/>
              <a:gd name="connsiteY4" fmla="*/ 539013 h 661045"/>
              <a:gd name="connsiteX5" fmla="*/ 655320 w 1041218"/>
              <a:gd name="connsiteY5" fmla="*/ 645805 h 661045"/>
              <a:gd name="connsiteX6" fmla="*/ 3810 w 1041218"/>
              <a:gd name="connsiteY6" fmla="*/ 661045 h 661045"/>
              <a:gd name="connsiteX0" fmla="*/ 0 w 1046148"/>
              <a:gd name="connsiteY0" fmla="*/ 12449 h 660149"/>
              <a:gd name="connsiteX1" fmla="*/ 480060 w 1046148"/>
              <a:gd name="connsiteY1" fmla="*/ 12449 h 660149"/>
              <a:gd name="connsiteX2" fmla="*/ 831537 w 1046148"/>
              <a:gd name="connsiteY2" fmla="*/ 96157 h 660149"/>
              <a:gd name="connsiteX3" fmla="*/ 1040130 w 1046148"/>
              <a:gd name="connsiteY3" fmla="*/ 317249 h 660149"/>
              <a:gd name="connsiteX4" fmla="*/ 957268 w 1046148"/>
              <a:gd name="connsiteY4" fmla="*/ 538117 h 660149"/>
              <a:gd name="connsiteX5" fmla="*/ 655320 w 1046148"/>
              <a:gd name="connsiteY5" fmla="*/ 644909 h 660149"/>
              <a:gd name="connsiteX6" fmla="*/ 3810 w 1046148"/>
              <a:gd name="connsiteY6" fmla="*/ 660149 h 660149"/>
              <a:gd name="connsiteX0" fmla="*/ 0 w 1040811"/>
              <a:gd name="connsiteY0" fmla="*/ 12449 h 660149"/>
              <a:gd name="connsiteX1" fmla="*/ 480060 w 1040811"/>
              <a:gd name="connsiteY1" fmla="*/ 12449 h 660149"/>
              <a:gd name="connsiteX2" fmla="*/ 831537 w 1040811"/>
              <a:gd name="connsiteY2" fmla="*/ 96157 h 660149"/>
              <a:gd name="connsiteX3" fmla="*/ 1040130 w 1040811"/>
              <a:gd name="connsiteY3" fmla="*/ 317249 h 660149"/>
              <a:gd name="connsiteX4" fmla="*/ 888688 w 1040811"/>
              <a:gd name="connsiteY4" fmla="*/ 564787 h 660149"/>
              <a:gd name="connsiteX5" fmla="*/ 655320 w 1040811"/>
              <a:gd name="connsiteY5" fmla="*/ 644909 h 660149"/>
              <a:gd name="connsiteX6" fmla="*/ 3810 w 1040811"/>
              <a:gd name="connsiteY6" fmla="*/ 660149 h 660149"/>
              <a:gd name="connsiteX0" fmla="*/ 0 w 999375"/>
              <a:gd name="connsiteY0" fmla="*/ 12449 h 660149"/>
              <a:gd name="connsiteX1" fmla="*/ 480060 w 999375"/>
              <a:gd name="connsiteY1" fmla="*/ 12449 h 660149"/>
              <a:gd name="connsiteX2" fmla="*/ 831537 w 999375"/>
              <a:gd name="connsiteY2" fmla="*/ 96157 h 660149"/>
              <a:gd name="connsiteX3" fmla="*/ 998220 w 999375"/>
              <a:gd name="connsiteY3" fmla="*/ 321059 h 660149"/>
              <a:gd name="connsiteX4" fmla="*/ 888688 w 999375"/>
              <a:gd name="connsiteY4" fmla="*/ 564787 h 660149"/>
              <a:gd name="connsiteX5" fmla="*/ 655320 w 999375"/>
              <a:gd name="connsiteY5" fmla="*/ 644909 h 660149"/>
              <a:gd name="connsiteX6" fmla="*/ 3810 w 999375"/>
              <a:gd name="connsiteY6" fmla="*/ 660149 h 660149"/>
              <a:gd name="connsiteX0" fmla="*/ 0 w 999375"/>
              <a:gd name="connsiteY0" fmla="*/ 12449 h 665258"/>
              <a:gd name="connsiteX1" fmla="*/ 480060 w 999375"/>
              <a:gd name="connsiteY1" fmla="*/ 12449 h 665258"/>
              <a:gd name="connsiteX2" fmla="*/ 831537 w 999375"/>
              <a:gd name="connsiteY2" fmla="*/ 96157 h 665258"/>
              <a:gd name="connsiteX3" fmla="*/ 998220 w 999375"/>
              <a:gd name="connsiteY3" fmla="*/ 321059 h 665258"/>
              <a:gd name="connsiteX4" fmla="*/ 888688 w 999375"/>
              <a:gd name="connsiteY4" fmla="*/ 564787 h 665258"/>
              <a:gd name="connsiteX5" fmla="*/ 541020 w 999375"/>
              <a:gd name="connsiteY5" fmla="*/ 660149 h 665258"/>
              <a:gd name="connsiteX6" fmla="*/ 3810 w 999375"/>
              <a:gd name="connsiteY6" fmla="*/ 660149 h 665258"/>
              <a:gd name="connsiteX0" fmla="*/ 0 w 999375"/>
              <a:gd name="connsiteY0" fmla="*/ 12449 h 664520"/>
              <a:gd name="connsiteX1" fmla="*/ 480060 w 999375"/>
              <a:gd name="connsiteY1" fmla="*/ 12449 h 664520"/>
              <a:gd name="connsiteX2" fmla="*/ 831537 w 999375"/>
              <a:gd name="connsiteY2" fmla="*/ 96157 h 664520"/>
              <a:gd name="connsiteX3" fmla="*/ 998220 w 999375"/>
              <a:gd name="connsiteY3" fmla="*/ 321059 h 664520"/>
              <a:gd name="connsiteX4" fmla="*/ 888688 w 999375"/>
              <a:gd name="connsiteY4" fmla="*/ 564787 h 664520"/>
              <a:gd name="connsiteX5" fmla="*/ 541020 w 999375"/>
              <a:gd name="connsiteY5" fmla="*/ 660149 h 664520"/>
              <a:gd name="connsiteX6" fmla="*/ 255270 w 999375"/>
              <a:gd name="connsiteY6" fmla="*/ 656339 h 664520"/>
              <a:gd name="connsiteX0" fmla="*/ 0 w 759345"/>
              <a:gd name="connsiteY0" fmla="*/ 12449 h 664520"/>
              <a:gd name="connsiteX1" fmla="*/ 240030 w 759345"/>
              <a:gd name="connsiteY1" fmla="*/ 12449 h 664520"/>
              <a:gd name="connsiteX2" fmla="*/ 591507 w 759345"/>
              <a:gd name="connsiteY2" fmla="*/ 96157 h 664520"/>
              <a:gd name="connsiteX3" fmla="*/ 758190 w 759345"/>
              <a:gd name="connsiteY3" fmla="*/ 321059 h 664520"/>
              <a:gd name="connsiteX4" fmla="*/ 648658 w 759345"/>
              <a:gd name="connsiteY4" fmla="*/ 564787 h 664520"/>
              <a:gd name="connsiteX5" fmla="*/ 300990 w 759345"/>
              <a:gd name="connsiteY5" fmla="*/ 660149 h 664520"/>
              <a:gd name="connsiteX6" fmla="*/ 15240 w 759345"/>
              <a:gd name="connsiteY6" fmla="*/ 656339 h 664520"/>
              <a:gd name="connsiteX0" fmla="*/ 0 w 759345"/>
              <a:gd name="connsiteY0" fmla="*/ 11191 h 663262"/>
              <a:gd name="connsiteX1" fmla="*/ 240030 w 759345"/>
              <a:gd name="connsiteY1" fmla="*/ 11191 h 663262"/>
              <a:gd name="connsiteX2" fmla="*/ 591507 w 759345"/>
              <a:gd name="connsiteY2" fmla="*/ 94899 h 663262"/>
              <a:gd name="connsiteX3" fmla="*/ 758190 w 759345"/>
              <a:gd name="connsiteY3" fmla="*/ 319801 h 663262"/>
              <a:gd name="connsiteX4" fmla="*/ 648658 w 759345"/>
              <a:gd name="connsiteY4" fmla="*/ 563529 h 663262"/>
              <a:gd name="connsiteX5" fmla="*/ 300990 w 759345"/>
              <a:gd name="connsiteY5" fmla="*/ 658891 h 663262"/>
              <a:gd name="connsiteX6" fmla="*/ 15240 w 759345"/>
              <a:gd name="connsiteY6" fmla="*/ 655081 h 663262"/>
              <a:gd name="connsiteX0" fmla="*/ 0 w 759345"/>
              <a:gd name="connsiteY0" fmla="*/ 9056 h 661127"/>
              <a:gd name="connsiteX1" fmla="*/ 240030 w 759345"/>
              <a:gd name="connsiteY1" fmla="*/ 9056 h 661127"/>
              <a:gd name="connsiteX2" fmla="*/ 591507 w 759345"/>
              <a:gd name="connsiteY2" fmla="*/ 92764 h 661127"/>
              <a:gd name="connsiteX3" fmla="*/ 758190 w 759345"/>
              <a:gd name="connsiteY3" fmla="*/ 317666 h 661127"/>
              <a:gd name="connsiteX4" fmla="*/ 648658 w 759345"/>
              <a:gd name="connsiteY4" fmla="*/ 561394 h 661127"/>
              <a:gd name="connsiteX5" fmla="*/ 300990 w 759345"/>
              <a:gd name="connsiteY5" fmla="*/ 656756 h 661127"/>
              <a:gd name="connsiteX6" fmla="*/ 15240 w 759345"/>
              <a:gd name="connsiteY6" fmla="*/ 652946 h 661127"/>
              <a:gd name="connsiteX0" fmla="*/ 0 w 759345"/>
              <a:gd name="connsiteY0" fmla="*/ 13990 h 666061"/>
              <a:gd name="connsiteX1" fmla="*/ 240030 w 759345"/>
              <a:gd name="connsiteY1" fmla="*/ 2560 h 666061"/>
              <a:gd name="connsiteX2" fmla="*/ 591507 w 759345"/>
              <a:gd name="connsiteY2" fmla="*/ 97698 h 666061"/>
              <a:gd name="connsiteX3" fmla="*/ 758190 w 759345"/>
              <a:gd name="connsiteY3" fmla="*/ 322600 h 666061"/>
              <a:gd name="connsiteX4" fmla="*/ 648658 w 759345"/>
              <a:gd name="connsiteY4" fmla="*/ 566328 h 666061"/>
              <a:gd name="connsiteX5" fmla="*/ 300990 w 759345"/>
              <a:gd name="connsiteY5" fmla="*/ 661690 h 666061"/>
              <a:gd name="connsiteX6" fmla="*/ 15240 w 759345"/>
              <a:gd name="connsiteY6" fmla="*/ 657880 h 666061"/>
              <a:gd name="connsiteX0" fmla="*/ 0 w 759345"/>
              <a:gd name="connsiteY0" fmla="*/ 13990 h 666061"/>
              <a:gd name="connsiteX1" fmla="*/ 240030 w 759345"/>
              <a:gd name="connsiteY1" fmla="*/ 2560 h 666061"/>
              <a:gd name="connsiteX2" fmla="*/ 591507 w 759345"/>
              <a:gd name="connsiteY2" fmla="*/ 97698 h 666061"/>
              <a:gd name="connsiteX3" fmla="*/ 758190 w 759345"/>
              <a:gd name="connsiteY3" fmla="*/ 322600 h 666061"/>
              <a:gd name="connsiteX4" fmla="*/ 648658 w 759345"/>
              <a:gd name="connsiteY4" fmla="*/ 566328 h 666061"/>
              <a:gd name="connsiteX5" fmla="*/ 300990 w 759345"/>
              <a:gd name="connsiteY5" fmla="*/ 661690 h 666061"/>
              <a:gd name="connsiteX6" fmla="*/ 49530 w 759345"/>
              <a:gd name="connsiteY6" fmla="*/ 657880 h 666061"/>
              <a:gd name="connsiteX0" fmla="*/ 0 w 759345"/>
              <a:gd name="connsiteY0" fmla="*/ 13990 h 671399"/>
              <a:gd name="connsiteX1" fmla="*/ 240030 w 759345"/>
              <a:gd name="connsiteY1" fmla="*/ 2560 h 671399"/>
              <a:gd name="connsiteX2" fmla="*/ 591507 w 759345"/>
              <a:gd name="connsiteY2" fmla="*/ 97698 h 671399"/>
              <a:gd name="connsiteX3" fmla="*/ 758190 w 759345"/>
              <a:gd name="connsiteY3" fmla="*/ 322600 h 671399"/>
              <a:gd name="connsiteX4" fmla="*/ 648658 w 759345"/>
              <a:gd name="connsiteY4" fmla="*/ 566328 h 671399"/>
              <a:gd name="connsiteX5" fmla="*/ 300990 w 759345"/>
              <a:gd name="connsiteY5" fmla="*/ 661690 h 671399"/>
              <a:gd name="connsiteX6" fmla="*/ 49530 w 759345"/>
              <a:gd name="connsiteY6" fmla="*/ 657880 h 671399"/>
              <a:gd name="connsiteX0" fmla="*/ 0 w 759345"/>
              <a:gd name="connsiteY0" fmla="*/ 13990 h 669210"/>
              <a:gd name="connsiteX1" fmla="*/ 240030 w 759345"/>
              <a:gd name="connsiteY1" fmla="*/ 2560 h 669210"/>
              <a:gd name="connsiteX2" fmla="*/ 591507 w 759345"/>
              <a:gd name="connsiteY2" fmla="*/ 97698 h 669210"/>
              <a:gd name="connsiteX3" fmla="*/ 758190 w 759345"/>
              <a:gd name="connsiteY3" fmla="*/ 322600 h 669210"/>
              <a:gd name="connsiteX4" fmla="*/ 648658 w 759345"/>
              <a:gd name="connsiteY4" fmla="*/ 566328 h 669210"/>
              <a:gd name="connsiteX5" fmla="*/ 300990 w 759345"/>
              <a:gd name="connsiteY5" fmla="*/ 661690 h 669210"/>
              <a:gd name="connsiteX6" fmla="*/ 49530 w 759345"/>
              <a:gd name="connsiteY6" fmla="*/ 657880 h 669210"/>
              <a:gd name="connsiteX0" fmla="*/ 0 w 759345"/>
              <a:gd name="connsiteY0" fmla="*/ 13990 h 669210"/>
              <a:gd name="connsiteX1" fmla="*/ 240030 w 759345"/>
              <a:gd name="connsiteY1" fmla="*/ 2560 h 669210"/>
              <a:gd name="connsiteX2" fmla="*/ 591507 w 759345"/>
              <a:gd name="connsiteY2" fmla="*/ 97698 h 669210"/>
              <a:gd name="connsiteX3" fmla="*/ 758190 w 759345"/>
              <a:gd name="connsiteY3" fmla="*/ 322600 h 669210"/>
              <a:gd name="connsiteX4" fmla="*/ 648658 w 759345"/>
              <a:gd name="connsiteY4" fmla="*/ 566328 h 669210"/>
              <a:gd name="connsiteX5" fmla="*/ 300990 w 759345"/>
              <a:gd name="connsiteY5" fmla="*/ 661690 h 669210"/>
              <a:gd name="connsiteX6" fmla="*/ 11430 w 759345"/>
              <a:gd name="connsiteY6" fmla="*/ 657880 h 669210"/>
              <a:gd name="connsiteX0" fmla="*/ 0 w 759155"/>
              <a:gd name="connsiteY0" fmla="*/ 13990 h 669210"/>
              <a:gd name="connsiteX1" fmla="*/ 240030 w 759155"/>
              <a:gd name="connsiteY1" fmla="*/ 2560 h 669210"/>
              <a:gd name="connsiteX2" fmla="*/ 591507 w 759155"/>
              <a:gd name="connsiteY2" fmla="*/ 97698 h 669210"/>
              <a:gd name="connsiteX3" fmla="*/ 758190 w 759155"/>
              <a:gd name="connsiteY3" fmla="*/ 322600 h 669210"/>
              <a:gd name="connsiteX4" fmla="*/ 644848 w 759155"/>
              <a:gd name="connsiteY4" fmla="*/ 566328 h 669210"/>
              <a:gd name="connsiteX5" fmla="*/ 300990 w 759155"/>
              <a:gd name="connsiteY5" fmla="*/ 661690 h 669210"/>
              <a:gd name="connsiteX6" fmla="*/ 11430 w 759155"/>
              <a:gd name="connsiteY6" fmla="*/ 657880 h 669210"/>
              <a:gd name="connsiteX0" fmla="*/ 0 w 759155"/>
              <a:gd name="connsiteY0" fmla="*/ 9056 h 664276"/>
              <a:gd name="connsiteX1" fmla="*/ 278130 w 759155"/>
              <a:gd name="connsiteY1" fmla="*/ 9056 h 664276"/>
              <a:gd name="connsiteX2" fmla="*/ 591507 w 759155"/>
              <a:gd name="connsiteY2" fmla="*/ 92764 h 664276"/>
              <a:gd name="connsiteX3" fmla="*/ 758190 w 759155"/>
              <a:gd name="connsiteY3" fmla="*/ 317666 h 664276"/>
              <a:gd name="connsiteX4" fmla="*/ 644848 w 759155"/>
              <a:gd name="connsiteY4" fmla="*/ 561394 h 664276"/>
              <a:gd name="connsiteX5" fmla="*/ 300990 w 759155"/>
              <a:gd name="connsiteY5" fmla="*/ 656756 h 664276"/>
              <a:gd name="connsiteX6" fmla="*/ 11430 w 759155"/>
              <a:gd name="connsiteY6" fmla="*/ 652946 h 664276"/>
              <a:gd name="connsiteX0" fmla="*/ 0 w 759155"/>
              <a:gd name="connsiteY0" fmla="*/ 10302 h 665522"/>
              <a:gd name="connsiteX1" fmla="*/ 308610 w 759155"/>
              <a:gd name="connsiteY1" fmla="*/ 6492 h 665522"/>
              <a:gd name="connsiteX2" fmla="*/ 591507 w 759155"/>
              <a:gd name="connsiteY2" fmla="*/ 94010 h 665522"/>
              <a:gd name="connsiteX3" fmla="*/ 758190 w 759155"/>
              <a:gd name="connsiteY3" fmla="*/ 318912 h 665522"/>
              <a:gd name="connsiteX4" fmla="*/ 644848 w 759155"/>
              <a:gd name="connsiteY4" fmla="*/ 562640 h 665522"/>
              <a:gd name="connsiteX5" fmla="*/ 300990 w 759155"/>
              <a:gd name="connsiteY5" fmla="*/ 658002 h 665522"/>
              <a:gd name="connsiteX6" fmla="*/ 11430 w 759155"/>
              <a:gd name="connsiteY6" fmla="*/ 654192 h 665522"/>
              <a:gd name="connsiteX0" fmla="*/ 0 w 759155"/>
              <a:gd name="connsiteY0" fmla="*/ 10302 h 662998"/>
              <a:gd name="connsiteX1" fmla="*/ 308610 w 759155"/>
              <a:gd name="connsiteY1" fmla="*/ 6492 h 662998"/>
              <a:gd name="connsiteX2" fmla="*/ 591507 w 759155"/>
              <a:gd name="connsiteY2" fmla="*/ 94010 h 662998"/>
              <a:gd name="connsiteX3" fmla="*/ 758190 w 759155"/>
              <a:gd name="connsiteY3" fmla="*/ 318912 h 662998"/>
              <a:gd name="connsiteX4" fmla="*/ 644848 w 759155"/>
              <a:gd name="connsiteY4" fmla="*/ 562640 h 662998"/>
              <a:gd name="connsiteX5" fmla="*/ 327660 w 759155"/>
              <a:gd name="connsiteY5" fmla="*/ 654192 h 662998"/>
              <a:gd name="connsiteX6" fmla="*/ 11430 w 759155"/>
              <a:gd name="connsiteY6" fmla="*/ 654192 h 662998"/>
              <a:gd name="connsiteX0" fmla="*/ 0 w 759155"/>
              <a:gd name="connsiteY0" fmla="*/ 10302 h 661413"/>
              <a:gd name="connsiteX1" fmla="*/ 308610 w 759155"/>
              <a:gd name="connsiteY1" fmla="*/ 6492 h 661413"/>
              <a:gd name="connsiteX2" fmla="*/ 591507 w 759155"/>
              <a:gd name="connsiteY2" fmla="*/ 94010 h 661413"/>
              <a:gd name="connsiteX3" fmla="*/ 758190 w 759155"/>
              <a:gd name="connsiteY3" fmla="*/ 318912 h 661413"/>
              <a:gd name="connsiteX4" fmla="*/ 644848 w 759155"/>
              <a:gd name="connsiteY4" fmla="*/ 562640 h 661413"/>
              <a:gd name="connsiteX5" fmla="*/ 327660 w 759155"/>
              <a:gd name="connsiteY5" fmla="*/ 654192 h 661413"/>
              <a:gd name="connsiteX6" fmla="*/ 11430 w 759155"/>
              <a:gd name="connsiteY6" fmla="*/ 654192 h 661413"/>
              <a:gd name="connsiteX0" fmla="*/ 11430 w 747725"/>
              <a:gd name="connsiteY0" fmla="*/ 14298 h 665409"/>
              <a:gd name="connsiteX1" fmla="*/ 297180 w 747725"/>
              <a:gd name="connsiteY1" fmla="*/ 10488 h 665409"/>
              <a:gd name="connsiteX2" fmla="*/ 580077 w 747725"/>
              <a:gd name="connsiteY2" fmla="*/ 98006 h 665409"/>
              <a:gd name="connsiteX3" fmla="*/ 746760 w 747725"/>
              <a:gd name="connsiteY3" fmla="*/ 322908 h 665409"/>
              <a:gd name="connsiteX4" fmla="*/ 633418 w 747725"/>
              <a:gd name="connsiteY4" fmla="*/ 566636 h 665409"/>
              <a:gd name="connsiteX5" fmla="*/ 316230 w 747725"/>
              <a:gd name="connsiteY5" fmla="*/ 658188 h 665409"/>
              <a:gd name="connsiteX6" fmla="*/ 0 w 747725"/>
              <a:gd name="connsiteY6" fmla="*/ 658188 h 665409"/>
              <a:gd name="connsiteX0" fmla="*/ 0 w 747725"/>
              <a:gd name="connsiteY0" fmla="*/ 18410 h 661901"/>
              <a:gd name="connsiteX1" fmla="*/ 297180 w 747725"/>
              <a:gd name="connsiteY1" fmla="*/ 6980 h 661901"/>
              <a:gd name="connsiteX2" fmla="*/ 580077 w 747725"/>
              <a:gd name="connsiteY2" fmla="*/ 94498 h 661901"/>
              <a:gd name="connsiteX3" fmla="*/ 746760 w 747725"/>
              <a:gd name="connsiteY3" fmla="*/ 319400 h 661901"/>
              <a:gd name="connsiteX4" fmla="*/ 633418 w 747725"/>
              <a:gd name="connsiteY4" fmla="*/ 563128 h 661901"/>
              <a:gd name="connsiteX5" fmla="*/ 316230 w 747725"/>
              <a:gd name="connsiteY5" fmla="*/ 654680 h 661901"/>
              <a:gd name="connsiteX6" fmla="*/ 0 w 747725"/>
              <a:gd name="connsiteY6" fmla="*/ 654680 h 661901"/>
              <a:gd name="connsiteX0" fmla="*/ 51448 w 747725"/>
              <a:gd name="connsiteY0" fmla="*/ 10341 h 672175"/>
              <a:gd name="connsiteX1" fmla="*/ 297180 w 747725"/>
              <a:gd name="connsiteY1" fmla="*/ 17254 h 672175"/>
              <a:gd name="connsiteX2" fmla="*/ 580077 w 747725"/>
              <a:gd name="connsiteY2" fmla="*/ 104772 h 672175"/>
              <a:gd name="connsiteX3" fmla="*/ 746760 w 747725"/>
              <a:gd name="connsiteY3" fmla="*/ 329674 h 672175"/>
              <a:gd name="connsiteX4" fmla="*/ 633418 w 747725"/>
              <a:gd name="connsiteY4" fmla="*/ 573402 h 672175"/>
              <a:gd name="connsiteX5" fmla="*/ 316230 w 747725"/>
              <a:gd name="connsiteY5" fmla="*/ 664954 h 672175"/>
              <a:gd name="connsiteX6" fmla="*/ 0 w 747725"/>
              <a:gd name="connsiteY6" fmla="*/ 664954 h 672175"/>
              <a:gd name="connsiteX0" fmla="*/ 51448 w 747725"/>
              <a:gd name="connsiteY0" fmla="*/ 1677 h 663511"/>
              <a:gd name="connsiteX1" fmla="*/ 297180 w 747725"/>
              <a:gd name="connsiteY1" fmla="*/ 8590 h 663511"/>
              <a:gd name="connsiteX2" fmla="*/ 580077 w 747725"/>
              <a:gd name="connsiteY2" fmla="*/ 96108 h 663511"/>
              <a:gd name="connsiteX3" fmla="*/ 746760 w 747725"/>
              <a:gd name="connsiteY3" fmla="*/ 321010 h 663511"/>
              <a:gd name="connsiteX4" fmla="*/ 633418 w 747725"/>
              <a:gd name="connsiteY4" fmla="*/ 564738 h 663511"/>
              <a:gd name="connsiteX5" fmla="*/ 316230 w 747725"/>
              <a:gd name="connsiteY5" fmla="*/ 656290 h 663511"/>
              <a:gd name="connsiteX6" fmla="*/ 0 w 747725"/>
              <a:gd name="connsiteY6" fmla="*/ 656290 h 663511"/>
              <a:gd name="connsiteX0" fmla="*/ 51448 w 747725"/>
              <a:gd name="connsiteY0" fmla="*/ 63 h 661897"/>
              <a:gd name="connsiteX1" fmla="*/ 266311 w 747725"/>
              <a:gd name="connsiteY1" fmla="*/ 10033 h 661897"/>
              <a:gd name="connsiteX2" fmla="*/ 580077 w 747725"/>
              <a:gd name="connsiteY2" fmla="*/ 94494 h 661897"/>
              <a:gd name="connsiteX3" fmla="*/ 746760 w 747725"/>
              <a:gd name="connsiteY3" fmla="*/ 319396 h 661897"/>
              <a:gd name="connsiteX4" fmla="*/ 633418 w 747725"/>
              <a:gd name="connsiteY4" fmla="*/ 563124 h 661897"/>
              <a:gd name="connsiteX5" fmla="*/ 316230 w 747725"/>
              <a:gd name="connsiteY5" fmla="*/ 654676 h 661897"/>
              <a:gd name="connsiteX6" fmla="*/ 0 w 747725"/>
              <a:gd name="connsiteY6" fmla="*/ 654676 h 661897"/>
              <a:gd name="connsiteX0" fmla="*/ 51448 w 747725"/>
              <a:gd name="connsiteY0" fmla="*/ 0 h 661834"/>
              <a:gd name="connsiteX1" fmla="*/ 266311 w 747725"/>
              <a:gd name="connsiteY1" fmla="*/ 9970 h 661834"/>
              <a:gd name="connsiteX2" fmla="*/ 580077 w 747725"/>
              <a:gd name="connsiteY2" fmla="*/ 94431 h 661834"/>
              <a:gd name="connsiteX3" fmla="*/ 746760 w 747725"/>
              <a:gd name="connsiteY3" fmla="*/ 319333 h 661834"/>
              <a:gd name="connsiteX4" fmla="*/ 633418 w 747725"/>
              <a:gd name="connsiteY4" fmla="*/ 563061 h 661834"/>
              <a:gd name="connsiteX5" fmla="*/ 316230 w 747725"/>
              <a:gd name="connsiteY5" fmla="*/ 654613 h 661834"/>
              <a:gd name="connsiteX6" fmla="*/ 0 w 747725"/>
              <a:gd name="connsiteY6" fmla="*/ 654613 h 661834"/>
              <a:gd name="connsiteX0" fmla="*/ 51448 w 747459"/>
              <a:gd name="connsiteY0" fmla="*/ 0 h 661834"/>
              <a:gd name="connsiteX1" fmla="*/ 266311 w 747459"/>
              <a:gd name="connsiteY1" fmla="*/ 9970 h 661834"/>
              <a:gd name="connsiteX2" fmla="*/ 580077 w 747459"/>
              <a:gd name="connsiteY2" fmla="*/ 94431 h 661834"/>
              <a:gd name="connsiteX3" fmla="*/ 746760 w 747459"/>
              <a:gd name="connsiteY3" fmla="*/ 319333 h 661834"/>
              <a:gd name="connsiteX4" fmla="*/ 633418 w 747459"/>
              <a:gd name="connsiteY4" fmla="*/ 563061 h 661834"/>
              <a:gd name="connsiteX5" fmla="*/ 482179 w 747459"/>
              <a:gd name="connsiteY5" fmla="*/ 624421 h 661834"/>
              <a:gd name="connsiteX6" fmla="*/ 316230 w 747459"/>
              <a:gd name="connsiteY6" fmla="*/ 654613 h 661834"/>
              <a:gd name="connsiteX7" fmla="*/ 0 w 747459"/>
              <a:gd name="connsiteY7" fmla="*/ 654613 h 661834"/>
              <a:gd name="connsiteX0" fmla="*/ 51448 w 752823"/>
              <a:gd name="connsiteY0" fmla="*/ 0 h 661834"/>
              <a:gd name="connsiteX1" fmla="*/ 266311 w 752823"/>
              <a:gd name="connsiteY1" fmla="*/ 9970 h 661834"/>
              <a:gd name="connsiteX2" fmla="*/ 580077 w 752823"/>
              <a:gd name="connsiteY2" fmla="*/ 94431 h 661834"/>
              <a:gd name="connsiteX3" fmla="*/ 746760 w 752823"/>
              <a:gd name="connsiteY3" fmla="*/ 319333 h 661834"/>
              <a:gd name="connsiteX4" fmla="*/ 708551 w 752823"/>
              <a:gd name="connsiteY4" fmla="*/ 450168 h 661834"/>
              <a:gd name="connsiteX5" fmla="*/ 633418 w 752823"/>
              <a:gd name="connsiteY5" fmla="*/ 563061 h 661834"/>
              <a:gd name="connsiteX6" fmla="*/ 482179 w 752823"/>
              <a:gd name="connsiteY6" fmla="*/ 624421 h 661834"/>
              <a:gd name="connsiteX7" fmla="*/ 316230 w 752823"/>
              <a:gd name="connsiteY7" fmla="*/ 654613 h 661834"/>
              <a:gd name="connsiteX8" fmla="*/ 0 w 752823"/>
              <a:gd name="connsiteY8" fmla="*/ 654613 h 661834"/>
              <a:gd name="connsiteX0" fmla="*/ 51448 w 747107"/>
              <a:gd name="connsiteY0" fmla="*/ 0 h 661834"/>
              <a:gd name="connsiteX1" fmla="*/ 266311 w 747107"/>
              <a:gd name="connsiteY1" fmla="*/ 9970 h 661834"/>
              <a:gd name="connsiteX2" fmla="*/ 580077 w 747107"/>
              <a:gd name="connsiteY2" fmla="*/ 94431 h 661834"/>
              <a:gd name="connsiteX3" fmla="*/ 687970 w 747107"/>
              <a:gd name="connsiteY3" fmla="*/ 208660 h 661834"/>
              <a:gd name="connsiteX4" fmla="*/ 746760 w 747107"/>
              <a:gd name="connsiteY4" fmla="*/ 319333 h 661834"/>
              <a:gd name="connsiteX5" fmla="*/ 708551 w 747107"/>
              <a:gd name="connsiteY5" fmla="*/ 450168 h 661834"/>
              <a:gd name="connsiteX6" fmla="*/ 633418 w 747107"/>
              <a:gd name="connsiteY6" fmla="*/ 563061 h 661834"/>
              <a:gd name="connsiteX7" fmla="*/ 482179 w 747107"/>
              <a:gd name="connsiteY7" fmla="*/ 624421 h 661834"/>
              <a:gd name="connsiteX8" fmla="*/ 316230 w 747107"/>
              <a:gd name="connsiteY8" fmla="*/ 654613 h 661834"/>
              <a:gd name="connsiteX9" fmla="*/ 0 w 747107"/>
              <a:gd name="connsiteY9" fmla="*/ 654613 h 661834"/>
              <a:gd name="connsiteX0" fmla="*/ 51448 w 747105"/>
              <a:gd name="connsiteY0" fmla="*/ 0 h 661834"/>
              <a:gd name="connsiteX1" fmla="*/ 266311 w 747105"/>
              <a:gd name="connsiteY1" fmla="*/ 9970 h 661834"/>
              <a:gd name="connsiteX2" fmla="*/ 437591 w 747105"/>
              <a:gd name="connsiteY2" fmla="*/ 37465 h 661834"/>
              <a:gd name="connsiteX3" fmla="*/ 580077 w 747105"/>
              <a:gd name="connsiteY3" fmla="*/ 94431 h 661834"/>
              <a:gd name="connsiteX4" fmla="*/ 687970 w 747105"/>
              <a:gd name="connsiteY4" fmla="*/ 208660 h 661834"/>
              <a:gd name="connsiteX5" fmla="*/ 746760 w 747105"/>
              <a:gd name="connsiteY5" fmla="*/ 319333 h 661834"/>
              <a:gd name="connsiteX6" fmla="*/ 708551 w 747105"/>
              <a:gd name="connsiteY6" fmla="*/ 450168 h 661834"/>
              <a:gd name="connsiteX7" fmla="*/ 633418 w 747105"/>
              <a:gd name="connsiteY7" fmla="*/ 563061 h 661834"/>
              <a:gd name="connsiteX8" fmla="*/ 482179 w 747105"/>
              <a:gd name="connsiteY8" fmla="*/ 624421 h 661834"/>
              <a:gd name="connsiteX9" fmla="*/ 316230 w 747105"/>
              <a:gd name="connsiteY9" fmla="*/ 654613 h 661834"/>
              <a:gd name="connsiteX10" fmla="*/ 0 w 747105"/>
              <a:gd name="connsiteY10" fmla="*/ 654613 h 661834"/>
              <a:gd name="connsiteX0" fmla="*/ 51448 w 747107"/>
              <a:gd name="connsiteY0" fmla="*/ 0 h 661834"/>
              <a:gd name="connsiteX1" fmla="*/ 163201 w 747107"/>
              <a:gd name="connsiteY1" fmla="*/ 780 h 661834"/>
              <a:gd name="connsiteX2" fmla="*/ 266311 w 747107"/>
              <a:gd name="connsiteY2" fmla="*/ 9970 h 661834"/>
              <a:gd name="connsiteX3" fmla="*/ 437591 w 747107"/>
              <a:gd name="connsiteY3" fmla="*/ 37465 h 661834"/>
              <a:gd name="connsiteX4" fmla="*/ 580077 w 747107"/>
              <a:gd name="connsiteY4" fmla="*/ 94431 h 661834"/>
              <a:gd name="connsiteX5" fmla="*/ 687970 w 747107"/>
              <a:gd name="connsiteY5" fmla="*/ 208660 h 661834"/>
              <a:gd name="connsiteX6" fmla="*/ 746760 w 747107"/>
              <a:gd name="connsiteY6" fmla="*/ 319333 h 661834"/>
              <a:gd name="connsiteX7" fmla="*/ 708551 w 747107"/>
              <a:gd name="connsiteY7" fmla="*/ 450168 h 661834"/>
              <a:gd name="connsiteX8" fmla="*/ 633418 w 747107"/>
              <a:gd name="connsiteY8" fmla="*/ 563061 h 661834"/>
              <a:gd name="connsiteX9" fmla="*/ 482179 w 747107"/>
              <a:gd name="connsiteY9" fmla="*/ 624421 h 661834"/>
              <a:gd name="connsiteX10" fmla="*/ 316230 w 747107"/>
              <a:gd name="connsiteY10" fmla="*/ 654613 h 661834"/>
              <a:gd name="connsiteX11" fmla="*/ 0 w 747107"/>
              <a:gd name="connsiteY11" fmla="*/ 654613 h 661834"/>
              <a:gd name="connsiteX0" fmla="*/ 51448 w 747105"/>
              <a:gd name="connsiteY0" fmla="*/ 0 h 661834"/>
              <a:gd name="connsiteX1" fmla="*/ 163201 w 747105"/>
              <a:gd name="connsiteY1" fmla="*/ 780 h 661834"/>
              <a:gd name="connsiteX2" fmla="*/ 266311 w 747105"/>
              <a:gd name="connsiteY2" fmla="*/ 9970 h 661834"/>
              <a:gd name="connsiteX3" fmla="*/ 413582 w 747105"/>
              <a:gd name="connsiteY3" fmla="*/ 37465 h 661834"/>
              <a:gd name="connsiteX4" fmla="*/ 580077 w 747105"/>
              <a:gd name="connsiteY4" fmla="*/ 94431 h 661834"/>
              <a:gd name="connsiteX5" fmla="*/ 687970 w 747105"/>
              <a:gd name="connsiteY5" fmla="*/ 208660 h 661834"/>
              <a:gd name="connsiteX6" fmla="*/ 746760 w 747105"/>
              <a:gd name="connsiteY6" fmla="*/ 319333 h 661834"/>
              <a:gd name="connsiteX7" fmla="*/ 708551 w 747105"/>
              <a:gd name="connsiteY7" fmla="*/ 450168 h 661834"/>
              <a:gd name="connsiteX8" fmla="*/ 633418 w 747105"/>
              <a:gd name="connsiteY8" fmla="*/ 563061 h 661834"/>
              <a:gd name="connsiteX9" fmla="*/ 482179 w 747105"/>
              <a:gd name="connsiteY9" fmla="*/ 624421 h 661834"/>
              <a:gd name="connsiteX10" fmla="*/ 316230 w 747105"/>
              <a:gd name="connsiteY10" fmla="*/ 654613 h 661834"/>
              <a:gd name="connsiteX11" fmla="*/ 0 w 747105"/>
              <a:gd name="connsiteY11" fmla="*/ 654613 h 661834"/>
              <a:gd name="connsiteX0" fmla="*/ 51448 w 746858"/>
              <a:gd name="connsiteY0" fmla="*/ 0 h 661834"/>
              <a:gd name="connsiteX1" fmla="*/ 163201 w 746858"/>
              <a:gd name="connsiteY1" fmla="*/ 780 h 661834"/>
              <a:gd name="connsiteX2" fmla="*/ 266311 w 746858"/>
              <a:gd name="connsiteY2" fmla="*/ 9970 h 661834"/>
              <a:gd name="connsiteX3" fmla="*/ 413582 w 746858"/>
              <a:gd name="connsiteY3" fmla="*/ 37465 h 661834"/>
              <a:gd name="connsiteX4" fmla="*/ 580077 w 746858"/>
              <a:gd name="connsiteY4" fmla="*/ 94431 h 661834"/>
              <a:gd name="connsiteX5" fmla="*/ 698260 w 746858"/>
              <a:gd name="connsiteY5" fmla="*/ 199489 h 661834"/>
              <a:gd name="connsiteX6" fmla="*/ 746760 w 746858"/>
              <a:gd name="connsiteY6" fmla="*/ 319333 h 661834"/>
              <a:gd name="connsiteX7" fmla="*/ 708551 w 746858"/>
              <a:gd name="connsiteY7" fmla="*/ 450168 h 661834"/>
              <a:gd name="connsiteX8" fmla="*/ 633418 w 746858"/>
              <a:gd name="connsiteY8" fmla="*/ 563061 h 661834"/>
              <a:gd name="connsiteX9" fmla="*/ 482179 w 746858"/>
              <a:gd name="connsiteY9" fmla="*/ 624421 h 661834"/>
              <a:gd name="connsiteX10" fmla="*/ 316230 w 746858"/>
              <a:gd name="connsiteY10" fmla="*/ 654613 h 661834"/>
              <a:gd name="connsiteX11" fmla="*/ 0 w 746858"/>
              <a:gd name="connsiteY11" fmla="*/ 654613 h 661834"/>
              <a:gd name="connsiteX0" fmla="*/ 51448 w 747326"/>
              <a:gd name="connsiteY0" fmla="*/ 0 h 661834"/>
              <a:gd name="connsiteX1" fmla="*/ 163201 w 747326"/>
              <a:gd name="connsiteY1" fmla="*/ 780 h 661834"/>
              <a:gd name="connsiteX2" fmla="*/ 266311 w 747326"/>
              <a:gd name="connsiteY2" fmla="*/ 9970 h 661834"/>
              <a:gd name="connsiteX3" fmla="*/ 413582 w 747326"/>
              <a:gd name="connsiteY3" fmla="*/ 37465 h 661834"/>
              <a:gd name="connsiteX4" fmla="*/ 580077 w 747326"/>
              <a:gd name="connsiteY4" fmla="*/ 94431 h 661834"/>
              <a:gd name="connsiteX5" fmla="*/ 698260 w 747326"/>
              <a:gd name="connsiteY5" fmla="*/ 199489 h 661834"/>
              <a:gd name="connsiteX6" fmla="*/ 746760 w 747326"/>
              <a:gd name="connsiteY6" fmla="*/ 319333 h 661834"/>
              <a:gd name="connsiteX7" fmla="*/ 718841 w 747326"/>
              <a:gd name="connsiteY7" fmla="*/ 465453 h 661834"/>
              <a:gd name="connsiteX8" fmla="*/ 633418 w 747326"/>
              <a:gd name="connsiteY8" fmla="*/ 563061 h 661834"/>
              <a:gd name="connsiteX9" fmla="*/ 482179 w 747326"/>
              <a:gd name="connsiteY9" fmla="*/ 624421 h 661834"/>
              <a:gd name="connsiteX10" fmla="*/ 316230 w 747326"/>
              <a:gd name="connsiteY10" fmla="*/ 654613 h 661834"/>
              <a:gd name="connsiteX11" fmla="*/ 0 w 747326"/>
              <a:gd name="connsiteY11" fmla="*/ 654613 h 661834"/>
              <a:gd name="connsiteX0" fmla="*/ 51448 w 747328"/>
              <a:gd name="connsiteY0" fmla="*/ 0 h 658918"/>
              <a:gd name="connsiteX1" fmla="*/ 163201 w 747328"/>
              <a:gd name="connsiteY1" fmla="*/ 780 h 658918"/>
              <a:gd name="connsiteX2" fmla="*/ 266311 w 747328"/>
              <a:gd name="connsiteY2" fmla="*/ 9970 h 658918"/>
              <a:gd name="connsiteX3" fmla="*/ 413582 w 747328"/>
              <a:gd name="connsiteY3" fmla="*/ 37465 h 658918"/>
              <a:gd name="connsiteX4" fmla="*/ 580077 w 747328"/>
              <a:gd name="connsiteY4" fmla="*/ 94431 h 658918"/>
              <a:gd name="connsiteX5" fmla="*/ 698260 w 747328"/>
              <a:gd name="connsiteY5" fmla="*/ 199489 h 658918"/>
              <a:gd name="connsiteX6" fmla="*/ 746760 w 747328"/>
              <a:gd name="connsiteY6" fmla="*/ 319333 h 658918"/>
              <a:gd name="connsiteX7" fmla="*/ 718841 w 747328"/>
              <a:gd name="connsiteY7" fmla="*/ 465453 h 658918"/>
              <a:gd name="connsiteX8" fmla="*/ 633418 w 747328"/>
              <a:gd name="connsiteY8" fmla="*/ 563061 h 658918"/>
              <a:gd name="connsiteX9" fmla="*/ 495899 w 747328"/>
              <a:gd name="connsiteY9" fmla="*/ 633592 h 658918"/>
              <a:gd name="connsiteX10" fmla="*/ 316230 w 747328"/>
              <a:gd name="connsiteY10" fmla="*/ 654613 h 658918"/>
              <a:gd name="connsiteX11" fmla="*/ 0 w 747328"/>
              <a:gd name="connsiteY11" fmla="*/ 654613 h 658918"/>
              <a:gd name="connsiteX0" fmla="*/ 51448 w 747326"/>
              <a:gd name="connsiteY0" fmla="*/ 0 h 658918"/>
              <a:gd name="connsiteX1" fmla="*/ 163201 w 747326"/>
              <a:gd name="connsiteY1" fmla="*/ 780 h 658918"/>
              <a:gd name="connsiteX2" fmla="*/ 297180 w 747326"/>
              <a:gd name="connsiteY2" fmla="*/ 16084 h 658918"/>
              <a:gd name="connsiteX3" fmla="*/ 413582 w 747326"/>
              <a:gd name="connsiteY3" fmla="*/ 37465 h 658918"/>
              <a:gd name="connsiteX4" fmla="*/ 580077 w 747326"/>
              <a:gd name="connsiteY4" fmla="*/ 94431 h 658918"/>
              <a:gd name="connsiteX5" fmla="*/ 698260 w 747326"/>
              <a:gd name="connsiteY5" fmla="*/ 199489 h 658918"/>
              <a:gd name="connsiteX6" fmla="*/ 746760 w 747326"/>
              <a:gd name="connsiteY6" fmla="*/ 319333 h 658918"/>
              <a:gd name="connsiteX7" fmla="*/ 718841 w 747326"/>
              <a:gd name="connsiteY7" fmla="*/ 465453 h 658918"/>
              <a:gd name="connsiteX8" fmla="*/ 633418 w 747326"/>
              <a:gd name="connsiteY8" fmla="*/ 563061 h 658918"/>
              <a:gd name="connsiteX9" fmla="*/ 495899 w 747326"/>
              <a:gd name="connsiteY9" fmla="*/ 633592 h 658918"/>
              <a:gd name="connsiteX10" fmla="*/ 316230 w 747326"/>
              <a:gd name="connsiteY10" fmla="*/ 654613 h 658918"/>
              <a:gd name="connsiteX11" fmla="*/ 0 w 747326"/>
              <a:gd name="connsiteY11" fmla="*/ 654613 h 658918"/>
              <a:gd name="connsiteX0" fmla="*/ 51448 w 747328"/>
              <a:gd name="connsiteY0" fmla="*/ 0 h 658918"/>
              <a:gd name="connsiteX1" fmla="*/ 163201 w 747328"/>
              <a:gd name="connsiteY1" fmla="*/ 780 h 658918"/>
              <a:gd name="connsiteX2" fmla="*/ 297180 w 747328"/>
              <a:gd name="connsiteY2" fmla="*/ 16084 h 658918"/>
              <a:gd name="connsiteX3" fmla="*/ 441021 w 747328"/>
              <a:gd name="connsiteY3" fmla="*/ 37465 h 658918"/>
              <a:gd name="connsiteX4" fmla="*/ 580077 w 747328"/>
              <a:gd name="connsiteY4" fmla="*/ 94431 h 658918"/>
              <a:gd name="connsiteX5" fmla="*/ 698260 w 747328"/>
              <a:gd name="connsiteY5" fmla="*/ 199489 h 658918"/>
              <a:gd name="connsiteX6" fmla="*/ 746760 w 747328"/>
              <a:gd name="connsiteY6" fmla="*/ 319333 h 658918"/>
              <a:gd name="connsiteX7" fmla="*/ 718841 w 747328"/>
              <a:gd name="connsiteY7" fmla="*/ 465453 h 658918"/>
              <a:gd name="connsiteX8" fmla="*/ 633418 w 747328"/>
              <a:gd name="connsiteY8" fmla="*/ 563061 h 658918"/>
              <a:gd name="connsiteX9" fmla="*/ 495899 w 747328"/>
              <a:gd name="connsiteY9" fmla="*/ 633592 h 658918"/>
              <a:gd name="connsiteX10" fmla="*/ 316230 w 747328"/>
              <a:gd name="connsiteY10" fmla="*/ 654613 h 658918"/>
              <a:gd name="connsiteX11" fmla="*/ 0 w 747328"/>
              <a:gd name="connsiteY11" fmla="*/ 654613 h 658918"/>
              <a:gd name="connsiteX0" fmla="*/ 51448 w 747326"/>
              <a:gd name="connsiteY0" fmla="*/ 0 h 658918"/>
              <a:gd name="connsiteX1" fmla="*/ 163201 w 747326"/>
              <a:gd name="connsiteY1" fmla="*/ 780 h 658918"/>
              <a:gd name="connsiteX2" fmla="*/ 297180 w 747326"/>
              <a:gd name="connsiteY2" fmla="*/ 9970 h 658918"/>
              <a:gd name="connsiteX3" fmla="*/ 441021 w 747326"/>
              <a:gd name="connsiteY3" fmla="*/ 37465 h 658918"/>
              <a:gd name="connsiteX4" fmla="*/ 580077 w 747326"/>
              <a:gd name="connsiteY4" fmla="*/ 94431 h 658918"/>
              <a:gd name="connsiteX5" fmla="*/ 698260 w 747326"/>
              <a:gd name="connsiteY5" fmla="*/ 199489 h 658918"/>
              <a:gd name="connsiteX6" fmla="*/ 746760 w 747326"/>
              <a:gd name="connsiteY6" fmla="*/ 319333 h 658918"/>
              <a:gd name="connsiteX7" fmla="*/ 718841 w 747326"/>
              <a:gd name="connsiteY7" fmla="*/ 465453 h 658918"/>
              <a:gd name="connsiteX8" fmla="*/ 633418 w 747326"/>
              <a:gd name="connsiteY8" fmla="*/ 563061 h 658918"/>
              <a:gd name="connsiteX9" fmla="*/ 495899 w 747326"/>
              <a:gd name="connsiteY9" fmla="*/ 633592 h 658918"/>
              <a:gd name="connsiteX10" fmla="*/ 316230 w 747326"/>
              <a:gd name="connsiteY10" fmla="*/ 654613 h 658918"/>
              <a:gd name="connsiteX11" fmla="*/ 0 w 747326"/>
              <a:gd name="connsiteY11" fmla="*/ 654613 h 65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7326" h="658918">
                <a:moveTo>
                  <a:pt x="51448" y="0"/>
                </a:moveTo>
                <a:lnTo>
                  <a:pt x="163201" y="780"/>
                </a:lnTo>
                <a:cubicBezTo>
                  <a:pt x="199011" y="2442"/>
                  <a:pt x="250877" y="3856"/>
                  <a:pt x="297180" y="9970"/>
                </a:cubicBezTo>
                <a:cubicBezTo>
                  <a:pt x="343483" y="16084"/>
                  <a:pt x="388727" y="23388"/>
                  <a:pt x="441021" y="37465"/>
                </a:cubicBezTo>
                <a:cubicBezTo>
                  <a:pt x="493315" y="51542"/>
                  <a:pt x="538347" y="65899"/>
                  <a:pt x="580077" y="94431"/>
                </a:cubicBezTo>
                <a:cubicBezTo>
                  <a:pt x="621807" y="122964"/>
                  <a:pt x="670480" y="162005"/>
                  <a:pt x="698260" y="199489"/>
                </a:cubicBezTo>
                <a:cubicBezTo>
                  <a:pt x="726040" y="236973"/>
                  <a:pt x="743330" y="275006"/>
                  <a:pt x="746760" y="319333"/>
                </a:cubicBezTo>
                <a:cubicBezTo>
                  <a:pt x="750190" y="363660"/>
                  <a:pt x="737731" y="424832"/>
                  <a:pt x="718841" y="465453"/>
                </a:cubicBezTo>
                <a:cubicBezTo>
                  <a:pt x="699951" y="506074"/>
                  <a:pt x="671147" y="534019"/>
                  <a:pt x="633418" y="563061"/>
                </a:cubicBezTo>
                <a:cubicBezTo>
                  <a:pt x="595689" y="592103"/>
                  <a:pt x="548764" y="618333"/>
                  <a:pt x="495899" y="633592"/>
                </a:cubicBezTo>
                <a:cubicBezTo>
                  <a:pt x="443034" y="648851"/>
                  <a:pt x="398880" y="651110"/>
                  <a:pt x="316230" y="654613"/>
                </a:cubicBezTo>
                <a:cubicBezTo>
                  <a:pt x="233580" y="658116"/>
                  <a:pt x="125730" y="662233"/>
                  <a:pt x="0" y="654613"/>
                </a:cubicBezTo>
              </a:path>
            </a:pathLst>
          </a:custGeom>
          <a:noFill/>
          <a:ln w="19050">
            <a:solidFill>
              <a:schemeClr val="tx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8" name="TextBox 87"/>
          <p:cNvSpPr txBox="1"/>
          <p:nvPr/>
        </p:nvSpPr>
        <p:spPr>
          <a:xfrm>
            <a:off x="9775078" y="783487"/>
            <a:ext cx="1412901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1600" i="1" u="sng" dirty="0">
                <a:solidFill>
                  <a:schemeClr val="accent2"/>
                </a:solidFill>
              </a:rPr>
              <a:t>Other Icons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34400" y="5870226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Guidelines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Copy the icons you want to use.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increase the size of the canvas, go to Design &gt; Slide Size &gt; Custom Slide Size.</a:t>
            </a:r>
            <a:endParaRPr lang="en-AU" sz="1200" dirty="0"/>
          </a:p>
          <a:p>
            <a:endParaRPr lang="en-AU" sz="12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9650039" y="2778228"/>
            <a:ext cx="1054457" cy="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9593698" y="1305055"/>
            <a:ext cx="186690" cy="122975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401050" y="2649503"/>
            <a:ext cx="1001713" cy="190240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message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01049" y="1884863"/>
            <a:ext cx="1001713" cy="344128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time the area is operational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37324" y="1514881"/>
            <a:ext cx="788064" cy="344128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Destruction event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2384" y="2252894"/>
            <a:ext cx="788064" cy="344128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Self message / validation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52528" y="2989568"/>
            <a:ext cx="1001713" cy="344128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Synchronous message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52528" y="3413925"/>
            <a:ext cx="1001713" cy="344128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Asynchronous message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514D29-AC05-4257-B585-2A78C4A6E612}"/>
              </a:ext>
            </a:extLst>
          </p:cNvPr>
          <p:cNvSpPr txBox="1"/>
          <p:nvPr/>
        </p:nvSpPr>
        <p:spPr>
          <a:xfrm>
            <a:off x="8431422" y="3965950"/>
            <a:ext cx="1001713" cy="190240"/>
          </a:xfrm>
          <a:prstGeom prst="rect">
            <a:avLst/>
          </a:prstGeom>
          <a:noFill/>
        </p:spPr>
        <p:txBody>
          <a:bodyPr wrap="square" lIns="18000" tIns="18000" rIns="18000" bIns="18000" rtlCol="0" anchor="ctr">
            <a:spAutoFit/>
          </a:bodyPr>
          <a:lstStyle/>
          <a:p>
            <a:pPr algn="ctr"/>
            <a:r>
              <a:rPr lang="en-A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icons</a:t>
            </a:r>
          </a:p>
        </p:txBody>
      </p:sp>
      <p:pic>
        <p:nvPicPr>
          <p:cNvPr id="14" name="Graphic 13" descr="Envelope with solid fill">
            <a:extLst>
              <a:ext uri="{FF2B5EF4-FFF2-40B4-BE49-F238E27FC236}">
                <a16:creationId xmlns:a16="http://schemas.microsoft.com/office/drawing/2014/main" id="{E5B86BC9-DEE5-4008-850C-5FB8D41AC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6139" y="3908301"/>
            <a:ext cx="498176" cy="498176"/>
          </a:xfrm>
          <a:prstGeom prst="rect">
            <a:avLst/>
          </a:prstGeom>
        </p:spPr>
      </p:pic>
      <p:pic>
        <p:nvPicPr>
          <p:cNvPr id="20" name="Graphic 19" descr="Smart Phone with solid fill">
            <a:extLst>
              <a:ext uri="{FF2B5EF4-FFF2-40B4-BE49-F238E27FC236}">
                <a16:creationId xmlns:a16="http://schemas.microsoft.com/office/drawing/2014/main" id="{76BA6A09-D292-4D31-B02D-9FB7B5443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0208006" y="3881793"/>
            <a:ext cx="547043" cy="547043"/>
          </a:xfrm>
          <a:prstGeom prst="rect">
            <a:avLst/>
          </a:prstGeom>
        </p:spPr>
      </p:pic>
      <p:pic>
        <p:nvPicPr>
          <p:cNvPr id="24" name="Graphic 23" descr="Monitor with solid fill">
            <a:extLst>
              <a:ext uri="{FF2B5EF4-FFF2-40B4-BE49-F238E27FC236}">
                <a16:creationId xmlns:a16="http://schemas.microsoft.com/office/drawing/2014/main" id="{B2AD7603-7794-4BFC-9970-CA37FA1499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9248" y="3943302"/>
            <a:ext cx="511836" cy="5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4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B04BCE-4425-4860-B796-63DB093DA228}"/>
              </a:ext>
            </a:extLst>
          </p:cNvPr>
          <p:cNvCxnSpPr/>
          <p:nvPr/>
        </p:nvCxnSpPr>
        <p:spPr>
          <a:xfrm>
            <a:off x="385895" y="566245"/>
            <a:ext cx="1141624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54">
            <a:extLst>
              <a:ext uri="{FF2B5EF4-FFF2-40B4-BE49-F238E27FC236}">
                <a16:creationId xmlns:a16="http://schemas.microsoft.com/office/drawing/2014/main" id="{B284020F-2CAB-4A63-9C78-87A8C5D6B0C9}"/>
              </a:ext>
            </a:extLst>
          </p:cNvPr>
          <p:cNvSpPr txBox="1"/>
          <p:nvPr/>
        </p:nvSpPr>
        <p:spPr>
          <a:xfrm>
            <a:off x="295040" y="129202"/>
            <a:ext cx="7401159" cy="38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i="1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–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–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252000" algn="l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800" dirty="0"/>
              <a:t>Sequence Diagram – UML (Unified Modelling Language)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9199" y="941867"/>
            <a:ext cx="1085850" cy="638175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Website Login Screen</a:t>
            </a: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3822124" y="1580042"/>
            <a:ext cx="0" cy="4154008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792566" y="941867"/>
            <a:ext cx="1085850" cy="638175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Customer Database</a:t>
            </a:r>
          </a:p>
        </p:txBody>
      </p:sp>
      <p:cxnSp>
        <p:nvCxnSpPr>
          <p:cNvPr id="10" name="Straight Connector 9"/>
          <p:cNvCxnSpPr>
            <a:stCxn id="9" idx="2"/>
          </p:cNvCxnSpPr>
          <p:nvPr/>
        </p:nvCxnSpPr>
        <p:spPr>
          <a:xfrm>
            <a:off x="5335491" y="1580042"/>
            <a:ext cx="0" cy="4154008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05932" y="941867"/>
            <a:ext cx="1085850" cy="638175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One Time Pin Generator</a:t>
            </a:r>
          </a:p>
        </p:txBody>
      </p:sp>
      <p:cxnSp>
        <p:nvCxnSpPr>
          <p:cNvPr id="12" name="Straight Connector 11"/>
          <p:cNvCxnSpPr>
            <a:stCxn id="11" idx="2"/>
          </p:cNvCxnSpPr>
          <p:nvPr/>
        </p:nvCxnSpPr>
        <p:spPr>
          <a:xfrm>
            <a:off x="6848857" y="1580042"/>
            <a:ext cx="0" cy="4154008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41" idx="2"/>
          </p:cNvCxnSpPr>
          <p:nvPr/>
        </p:nvCxnSpPr>
        <p:spPr>
          <a:xfrm>
            <a:off x="2326004" y="1578137"/>
            <a:ext cx="9431" cy="4155913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2158364" y="939962"/>
            <a:ext cx="335280" cy="638175"/>
            <a:chOff x="1222374" y="1035212"/>
            <a:chExt cx="335280" cy="638175"/>
          </a:xfrm>
        </p:grpSpPr>
        <p:grpSp>
          <p:nvGrpSpPr>
            <p:cNvPr id="37" name="Group 36"/>
            <p:cNvGrpSpPr/>
            <p:nvPr/>
          </p:nvGrpSpPr>
          <p:grpSpPr>
            <a:xfrm>
              <a:off x="1257935" y="1055768"/>
              <a:ext cx="261620" cy="600872"/>
              <a:chOff x="758191" y="1585595"/>
              <a:chExt cx="392429" cy="871093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 flipV="1">
                <a:off x="781050" y="2090928"/>
                <a:ext cx="176022" cy="36576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 flipV="1">
                <a:off x="951993" y="2090928"/>
                <a:ext cx="198627" cy="36576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 flipV="1">
                <a:off x="949452" y="1821815"/>
                <a:ext cx="6096" cy="274828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H="1">
                <a:off x="758191" y="1948942"/>
                <a:ext cx="392429" cy="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/>
              <p:cNvSpPr/>
              <p:nvPr/>
            </p:nvSpPr>
            <p:spPr>
              <a:xfrm>
                <a:off x="826516" y="1585595"/>
                <a:ext cx="245872" cy="236220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41" name="Rectangle 40"/>
            <p:cNvSpPr/>
            <p:nvPr/>
          </p:nvSpPr>
          <p:spPr>
            <a:xfrm>
              <a:off x="1222374" y="1035212"/>
              <a:ext cx="335280" cy="6381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47" name="Straight Arrow Connector 46"/>
          <p:cNvCxnSpPr/>
          <p:nvPr/>
        </p:nvCxnSpPr>
        <p:spPr>
          <a:xfrm>
            <a:off x="3822124" y="2377809"/>
            <a:ext cx="1391226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2337178" y="2245729"/>
            <a:ext cx="1382652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>
            <a:grpSpLocks/>
          </p:cNvGrpSpPr>
          <p:nvPr/>
        </p:nvGrpSpPr>
        <p:grpSpPr>
          <a:xfrm>
            <a:off x="1200039" y="2913322"/>
            <a:ext cx="7907371" cy="2210443"/>
            <a:chOff x="6695440" y="2253984"/>
            <a:chExt cx="3586480" cy="1251216"/>
          </a:xfrm>
        </p:grpSpPr>
        <p:sp>
          <p:nvSpPr>
            <p:cNvPr id="57" name="Rectangle 56"/>
            <p:cNvSpPr/>
            <p:nvPr/>
          </p:nvSpPr>
          <p:spPr>
            <a:xfrm>
              <a:off x="6695440" y="2253984"/>
              <a:ext cx="3586480" cy="1251216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AU"/>
            </a:p>
          </p:txBody>
        </p:sp>
        <p:cxnSp>
          <p:nvCxnSpPr>
            <p:cNvPr id="59" name="Straight Connector 58"/>
            <p:cNvCxnSpPr/>
            <p:nvPr/>
          </p:nvCxnSpPr>
          <p:spPr>
            <a:xfrm>
              <a:off x="6695440" y="3125273"/>
              <a:ext cx="3586480" cy="0"/>
            </a:xfrm>
            <a:prstGeom prst="line">
              <a:avLst/>
            </a:prstGeom>
            <a:ln w="19050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6735782" y="2284464"/>
              <a:ext cx="58254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lstStyle/>
            <a:p>
              <a:r>
                <a:rPr lang="en-AU" sz="1100" b="1" dirty="0">
                  <a:solidFill>
                    <a:schemeClr val="tx2"/>
                  </a:solidFill>
                </a:rPr>
                <a:t>Alternative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715141" y="2472621"/>
              <a:ext cx="927457" cy="37209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r>
                <a:rPr lang="en-AU" sz="800" dirty="0">
                  <a:solidFill>
                    <a:schemeClr val="tx2"/>
                  </a:solidFill>
                </a:rPr>
                <a:t>[If Customer details </a:t>
              </a:r>
            </a:p>
            <a:p>
              <a:r>
                <a:rPr lang="en-AU" sz="800" dirty="0">
                  <a:solidFill>
                    <a:schemeClr val="tx2"/>
                  </a:solidFill>
                </a:rPr>
                <a:t>match]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18481" y="3147841"/>
              <a:ext cx="412292" cy="21572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r>
                <a:rPr lang="en-AU" sz="900" dirty="0">
                  <a:solidFill>
                    <a:schemeClr val="tx2"/>
                  </a:solidFill>
                </a:rPr>
                <a:t>[else]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479942" y="2017732"/>
            <a:ext cx="109712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Enter Email address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438569" y="1574355"/>
            <a:ext cx="333024" cy="4923746"/>
          </a:xfrm>
          <a:prstGeom prst="downArrow">
            <a:avLst>
              <a:gd name="adj1" fmla="val 50000"/>
              <a:gd name="adj2" fmla="val 101780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AU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End                                                                                                                 Beginning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0691" y="2043180"/>
            <a:ext cx="899160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Match customer name &amp; details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22596"/>
              </p:ext>
            </p:extLst>
          </p:nvPr>
        </p:nvGraphicFramePr>
        <p:xfrm>
          <a:off x="9334894" y="5862767"/>
          <a:ext cx="257102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4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38"/>
          <p:cNvCxnSpPr/>
          <p:nvPr/>
        </p:nvCxnSpPr>
        <p:spPr>
          <a:xfrm flipH="1">
            <a:off x="4000788" y="2759710"/>
            <a:ext cx="131381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187695" y="2537541"/>
            <a:ext cx="1080553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800" dirty="0"/>
              <a:t>Request Mobile number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5267" y="923215"/>
            <a:ext cx="1085850" cy="638175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SMS Sending service</a:t>
            </a:r>
          </a:p>
        </p:txBody>
      </p:sp>
      <p:cxnSp>
        <p:nvCxnSpPr>
          <p:cNvPr id="74" name="Straight Connector 73"/>
          <p:cNvCxnSpPr>
            <a:stCxn id="73" idx="2"/>
          </p:cNvCxnSpPr>
          <p:nvPr/>
        </p:nvCxnSpPr>
        <p:spPr>
          <a:xfrm>
            <a:off x="8358192" y="1561390"/>
            <a:ext cx="0" cy="417266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914140" y="3193609"/>
            <a:ext cx="279781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848857" y="3343110"/>
            <a:ext cx="1391226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2403390" y="3577752"/>
            <a:ext cx="5954802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2336224" y="3844659"/>
            <a:ext cx="1391226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478860" y="2970687"/>
            <a:ext cx="119306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Generate One Time PIN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86784" y="3126406"/>
            <a:ext cx="119306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Request SMS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07395" y="3324252"/>
            <a:ext cx="119306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Send PIN via SMS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18611" y="3611533"/>
            <a:ext cx="119306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Input PIN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 flipH="1">
            <a:off x="2389336" y="4100970"/>
            <a:ext cx="1330494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5236784" y="2260661"/>
            <a:ext cx="186690" cy="74614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8" name="Rectangle 97"/>
          <p:cNvSpPr/>
          <p:nvPr/>
        </p:nvSpPr>
        <p:spPr>
          <a:xfrm>
            <a:off x="8270209" y="3193609"/>
            <a:ext cx="186690" cy="54593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9" name="Rectangle 98"/>
          <p:cNvSpPr/>
          <p:nvPr/>
        </p:nvSpPr>
        <p:spPr>
          <a:xfrm>
            <a:off x="6751481" y="3082557"/>
            <a:ext cx="186690" cy="36732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ectangle 52"/>
          <p:cNvSpPr/>
          <p:nvPr/>
        </p:nvSpPr>
        <p:spPr>
          <a:xfrm>
            <a:off x="3727450" y="2046605"/>
            <a:ext cx="186690" cy="288925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0" name="Straight Arrow Connector 99"/>
          <p:cNvCxnSpPr/>
          <p:nvPr/>
        </p:nvCxnSpPr>
        <p:spPr>
          <a:xfrm flipH="1">
            <a:off x="2403391" y="4789679"/>
            <a:ext cx="1316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679112" y="4528651"/>
            <a:ext cx="119306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Error Message</a:t>
            </a:r>
          </a:p>
        </p:txBody>
      </p:sp>
      <p:grpSp>
        <p:nvGrpSpPr>
          <p:cNvPr id="102" name="Group 101"/>
          <p:cNvGrpSpPr/>
          <p:nvPr/>
        </p:nvGrpSpPr>
        <p:grpSpPr>
          <a:xfrm>
            <a:off x="2115881" y="4706220"/>
            <a:ext cx="182971" cy="163897"/>
            <a:chOff x="7919780" y="3535680"/>
            <a:chExt cx="214128" cy="171517"/>
          </a:xfrm>
        </p:grpSpPr>
        <p:cxnSp>
          <p:nvCxnSpPr>
            <p:cNvPr id="103" name="Straight Connector 102"/>
            <p:cNvCxnSpPr/>
            <p:nvPr/>
          </p:nvCxnSpPr>
          <p:spPr>
            <a:xfrm flipH="1">
              <a:off x="7919780" y="3535680"/>
              <a:ext cx="214128" cy="17151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7919780" y="3535680"/>
              <a:ext cx="214128" cy="171517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TextBox 104"/>
          <p:cNvSpPr txBox="1"/>
          <p:nvPr/>
        </p:nvSpPr>
        <p:spPr>
          <a:xfrm>
            <a:off x="2618611" y="3878051"/>
            <a:ext cx="84453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AU" sz="900" dirty="0"/>
              <a:t>Login Success</a:t>
            </a:r>
          </a:p>
        </p:txBody>
      </p:sp>
    </p:spTree>
    <p:extLst>
      <p:ext uri="{BB962C8B-B14F-4D97-AF65-F5344CB8AC3E}">
        <p14:creationId xmlns:p14="http://schemas.microsoft.com/office/powerpoint/2010/main" val="138227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163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40</cp:revision>
  <dcterms:created xsi:type="dcterms:W3CDTF">2021-05-29T06:35:22Z</dcterms:created>
  <dcterms:modified xsi:type="dcterms:W3CDTF">2022-03-16T03:44:11Z</dcterms:modified>
</cp:coreProperties>
</file>