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9" r:id="rId4"/>
    <p:sldId id="260" r:id="rId5"/>
  </p:sldIdLst>
  <p:sldSz cx="10799763" cy="5400675"/>
  <p:notesSz cx="6858000" cy="9144000"/>
  <p:defaultTextStyle>
    <a:defPPr>
      <a:defRPr lang="en-US"/>
    </a:defPPr>
    <a:lvl1pPr marL="0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1pPr>
    <a:lvl2pPr marL="277662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2pPr>
    <a:lvl3pPr marL="555323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3pPr>
    <a:lvl4pPr marL="832986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4pPr>
    <a:lvl5pPr marL="1110648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5pPr>
    <a:lvl6pPr marL="1388309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6pPr>
    <a:lvl7pPr marL="1665970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7pPr>
    <a:lvl8pPr marL="1943632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8pPr>
    <a:lvl9pPr marL="2221295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CLACHLAN, David" initials="MD" lastIdx="1" clrIdx="0">
    <p:extLst>
      <p:ext uri="{19B8F6BF-5375-455C-9EA6-DF929625EA0E}">
        <p15:presenceInfo xmlns:p15="http://schemas.microsoft.com/office/powerpoint/2012/main" userId="S::David.MCLACHLAN@suncorp.com.au::8b86ce0d-abbf-48b4-81e4-dbf7b3f4d1e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6B45"/>
    <a:srgbClr val="E669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24" autoAdjust="0"/>
    <p:restoredTop sz="94660"/>
  </p:normalViewPr>
  <p:slideViewPr>
    <p:cSldViewPr snapToGrid="0">
      <p:cViewPr varScale="1">
        <p:scale>
          <a:sx n="95" d="100"/>
          <a:sy n="95" d="100"/>
        </p:scale>
        <p:origin x="463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83861"/>
            <a:ext cx="8099822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836605"/>
            <a:ext cx="8099822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0785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4228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346419"/>
            <a:ext cx="9314796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614203"/>
            <a:ext cx="9314796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212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437680"/>
            <a:ext cx="4589899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437680"/>
            <a:ext cx="4589899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9958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87536"/>
            <a:ext cx="9314796" cy="1043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323916"/>
            <a:ext cx="45688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972747"/>
            <a:ext cx="4568806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323916"/>
            <a:ext cx="45913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972747"/>
            <a:ext cx="4591306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5495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5767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13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77597"/>
            <a:ext cx="546738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3323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77597"/>
            <a:ext cx="546738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88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5381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87536"/>
            <a:ext cx="2328699" cy="457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87536"/>
            <a:ext cx="6851100" cy="457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3860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87536"/>
            <a:ext cx="931479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437680"/>
            <a:ext cx="931479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5005626"/>
            <a:ext cx="364492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1001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/>
          <p:cNvGrpSpPr/>
          <p:nvPr/>
        </p:nvGrpSpPr>
        <p:grpSpPr>
          <a:xfrm>
            <a:off x="2945943" y="3562368"/>
            <a:ext cx="434246" cy="442574"/>
            <a:chOff x="2836151" y="3278188"/>
            <a:chExt cx="459258" cy="468066"/>
          </a:xfrm>
          <a:solidFill>
            <a:schemeClr val="bg1"/>
          </a:solidFill>
        </p:grpSpPr>
        <p:sp>
          <p:nvSpPr>
            <p:cNvPr id="61" name="Diamond 60"/>
            <p:cNvSpPr/>
            <p:nvPr/>
          </p:nvSpPr>
          <p:spPr>
            <a:xfrm>
              <a:off x="2836151" y="3278188"/>
              <a:ext cx="459258" cy="468066"/>
            </a:xfrm>
            <a:prstGeom prst="diamond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tIns="7200" rIns="7200" bIns="7200" rtlCol="0" anchor="ctr"/>
            <a:lstStyle/>
            <a:p>
              <a:pPr algn="ctr"/>
              <a:endParaRPr lang="en-AU"/>
            </a:p>
          </p:txBody>
        </p:sp>
        <p:sp>
          <p:nvSpPr>
            <p:cNvPr id="64" name="Oval 63"/>
            <p:cNvSpPr/>
            <p:nvPr/>
          </p:nvSpPr>
          <p:spPr>
            <a:xfrm>
              <a:off x="2938424" y="3383835"/>
              <a:ext cx="258729" cy="259695"/>
            </a:xfrm>
            <a:prstGeom prst="ellips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3" name="Oval 62"/>
            <p:cNvSpPr/>
            <p:nvPr/>
          </p:nvSpPr>
          <p:spPr>
            <a:xfrm>
              <a:off x="2957296" y="3404703"/>
              <a:ext cx="220777" cy="219297"/>
            </a:xfrm>
            <a:prstGeom prst="ellips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4" name="Regular Pentagon 53"/>
            <p:cNvSpPr/>
            <p:nvPr/>
          </p:nvSpPr>
          <p:spPr>
            <a:xfrm>
              <a:off x="2990648" y="3428683"/>
              <a:ext cx="154304" cy="148026"/>
            </a:xfrm>
            <a:prstGeom prst="pentagon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4" name="Rounded Rectangle 33"/>
          <p:cNvSpPr/>
          <p:nvPr/>
        </p:nvSpPr>
        <p:spPr>
          <a:xfrm>
            <a:off x="4425420" y="947512"/>
            <a:ext cx="639799" cy="4367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</a:rPr>
              <a:t>Task</a:t>
            </a:r>
            <a:endParaRPr lang="en-AU" sz="900" dirty="0">
              <a:solidFill>
                <a:schemeClr val="tx1"/>
              </a:solidFill>
            </a:endParaRPr>
          </a:p>
        </p:txBody>
      </p:sp>
      <p:grpSp>
        <p:nvGrpSpPr>
          <p:cNvPr id="78" name="Group 77"/>
          <p:cNvGrpSpPr/>
          <p:nvPr/>
        </p:nvGrpSpPr>
        <p:grpSpPr>
          <a:xfrm>
            <a:off x="4432663" y="1489108"/>
            <a:ext cx="639799" cy="436779"/>
            <a:chOff x="4069927" y="1841811"/>
            <a:chExt cx="639799" cy="436779"/>
          </a:xfrm>
          <a:solidFill>
            <a:schemeClr val="bg1"/>
          </a:solidFill>
        </p:grpSpPr>
        <p:sp>
          <p:nvSpPr>
            <p:cNvPr id="70" name="Rounded Rectangle 69"/>
            <p:cNvSpPr/>
            <p:nvPr/>
          </p:nvSpPr>
          <p:spPr>
            <a:xfrm>
              <a:off x="4069927" y="1841811"/>
              <a:ext cx="639799" cy="436779"/>
            </a:xfrm>
            <a:prstGeom prst="roundRect">
              <a:avLst/>
            </a:prstGeom>
            <a:grp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AU" sz="800" dirty="0">
                  <a:solidFill>
                    <a:schemeClr val="tx1"/>
                  </a:solidFill>
                </a:rPr>
                <a:t>Sub-process</a:t>
              </a:r>
              <a:endParaRPr lang="en-AU" sz="900" dirty="0">
                <a:solidFill>
                  <a:schemeClr val="tx1"/>
                </a:solidFill>
              </a:endParaRPr>
            </a:p>
          </p:txBody>
        </p:sp>
        <p:grpSp>
          <p:nvGrpSpPr>
            <p:cNvPr id="77" name="Group 76"/>
            <p:cNvGrpSpPr/>
            <p:nvPr/>
          </p:nvGrpSpPr>
          <p:grpSpPr>
            <a:xfrm>
              <a:off x="4351100" y="2194777"/>
              <a:ext cx="81966" cy="81966"/>
              <a:chOff x="4956812" y="2194188"/>
              <a:chExt cx="93345" cy="93345"/>
            </a:xfrm>
            <a:grpFill/>
          </p:grpSpPr>
          <p:grpSp>
            <p:nvGrpSpPr>
              <p:cNvPr id="76" name="Group 75"/>
              <p:cNvGrpSpPr/>
              <p:nvPr/>
            </p:nvGrpSpPr>
            <p:grpSpPr>
              <a:xfrm>
                <a:off x="4956812" y="2194188"/>
                <a:ext cx="93345" cy="93345"/>
                <a:chOff x="4956812" y="2194188"/>
                <a:chExt cx="93345" cy="93345"/>
              </a:xfrm>
              <a:grpFill/>
            </p:grpSpPr>
            <p:sp>
              <p:nvSpPr>
                <p:cNvPr id="69" name="Rectangle 68"/>
                <p:cNvSpPr/>
                <p:nvPr/>
              </p:nvSpPr>
              <p:spPr>
                <a:xfrm>
                  <a:off x="4956812" y="2194188"/>
                  <a:ext cx="93345" cy="93345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cxnSp>
              <p:nvCxnSpPr>
                <p:cNvPr id="74" name="Straight Connector 73"/>
                <p:cNvCxnSpPr/>
                <p:nvPr/>
              </p:nvCxnSpPr>
              <p:spPr>
                <a:xfrm flipH="1">
                  <a:off x="4967525" y="2241803"/>
                  <a:ext cx="72173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5" name="Straight Connector 74"/>
              <p:cNvCxnSpPr/>
              <p:nvPr/>
            </p:nvCxnSpPr>
            <p:spPr>
              <a:xfrm>
                <a:off x="5003612" y="2207719"/>
                <a:ext cx="0" cy="69336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04147906-0103-4FCE-9B48-82A88CE0B296}"/>
              </a:ext>
            </a:extLst>
          </p:cNvPr>
          <p:cNvSpPr/>
          <p:nvPr/>
        </p:nvSpPr>
        <p:spPr>
          <a:xfrm>
            <a:off x="467418" y="74400"/>
            <a:ext cx="27322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b="1" i="1" dirty="0">
                <a:solidFill>
                  <a:schemeClr val="tx2"/>
                </a:solidFill>
              </a:rPr>
              <a:t>BPMN Symbols</a:t>
            </a:r>
            <a:endParaRPr lang="en-AU" sz="1400" dirty="0">
              <a:solidFill>
                <a:schemeClr val="tx2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690264" y="4470759"/>
            <a:ext cx="702008" cy="14407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700" dirty="0"/>
              <a:t>Description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297594" y="392212"/>
            <a:ext cx="10199353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1500201" y="4470759"/>
            <a:ext cx="424301" cy="14407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700" dirty="0"/>
              <a:t>Yes / No</a:t>
            </a:r>
          </a:p>
        </p:txBody>
      </p:sp>
      <p:graphicFrame>
        <p:nvGraphicFramePr>
          <p:cNvPr id="2" name="Table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11363821"/>
              </p:ext>
            </p:extLst>
          </p:nvPr>
        </p:nvGraphicFramePr>
        <p:xfrm>
          <a:off x="673531" y="1227353"/>
          <a:ext cx="1776273" cy="814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3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4250">
                <a:tc>
                  <a:txBody>
                    <a:bodyPr/>
                    <a:lstStyle/>
                    <a:p>
                      <a:pPr algn="ctr" defTabSz="715963">
                        <a:tabLst/>
                      </a:pPr>
                      <a:r>
                        <a:rPr lang="en-AU" sz="800" dirty="0"/>
                        <a:t>Lane</a:t>
                      </a:r>
                      <a:r>
                        <a:rPr lang="en-AU" sz="800" baseline="0" dirty="0"/>
                        <a:t> Name</a:t>
                      </a:r>
                      <a:endParaRPr lang="en-AU" sz="800" dirty="0"/>
                    </a:p>
                  </a:txBody>
                  <a:tcPr marL="18000" marR="18000" marT="18000" marB="18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Left Bracket 3"/>
          <p:cNvSpPr/>
          <p:nvPr/>
        </p:nvSpPr>
        <p:spPr>
          <a:xfrm>
            <a:off x="832372" y="2645355"/>
            <a:ext cx="174588" cy="50292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18000" tIns="18000" rIns="18000" bIns="18000" rtlCol="0" anchor="ctr"/>
          <a:lstStyle/>
          <a:p>
            <a:r>
              <a:rPr lang="en-AU" sz="900" dirty="0"/>
              <a:t>Text </a:t>
            </a:r>
          </a:p>
          <a:p>
            <a:r>
              <a:rPr lang="en-AU" sz="800" dirty="0"/>
              <a:t>Annotation</a:t>
            </a:r>
            <a:endParaRPr lang="en-AU" sz="900" dirty="0"/>
          </a:p>
        </p:txBody>
      </p:sp>
      <p:cxnSp>
        <p:nvCxnSpPr>
          <p:cNvPr id="6" name="Straight Connector 5"/>
          <p:cNvCxnSpPr>
            <a:stCxn id="4" idx="1"/>
          </p:cNvCxnSpPr>
          <p:nvPr/>
        </p:nvCxnSpPr>
        <p:spPr>
          <a:xfrm flipH="1">
            <a:off x="359932" y="2896815"/>
            <a:ext cx="472440" cy="3124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523328" y="2645355"/>
            <a:ext cx="716280" cy="5181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</a:rPr>
              <a:t>Group</a:t>
            </a:r>
            <a:endParaRPr lang="en-AU" sz="900" dirty="0">
              <a:solidFill>
                <a:schemeClr val="tx1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05064" y="3414092"/>
            <a:ext cx="468630" cy="535305"/>
            <a:chOff x="1556385" y="2710815"/>
            <a:chExt cx="468630" cy="535305"/>
          </a:xfrm>
        </p:grpSpPr>
        <p:sp>
          <p:nvSpPr>
            <p:cNvPr id="13" name="Freeform 12"/>
            <p:cNvSpPr/>
            <p:nvPr/>
          </p:nvSpPr>
          <p:spPr>
            <a:xfrm>
              <a:off x="1556385" y="2710815"/>
              <a:ext cx="468630" cy="535305"/>
            </a:xfrm>
            <a:custGeom>
              <a:avLst/>
              <a:gdLst>
                <a:gd name="connsiteX0" fmla="*/ 0 w 464820"/>
                <a:gd name="connsiteY0" fmla="*/ 0 h 502920"/>
                <a:gd name="connsiteX1" fmla="*/ 0 w 464820"/>
                <a:gd name="connsiteY1" fmla="*/ 502920 h 502920"/>
                <a:gd name="connsiteX2" fmla="*/ 464820 w 464820"/>
                <a:gd name="connsiteY2" fmla="*/ 502920 h 502920"/>
                <a:gd name="connsiteX3" fmla="*/ 464820 w 464820"/>
                <a:gd name="connsiteY3" fmla="*/ 99060 h 502920"/>
                <a:gd name="connsiteX4" fmla="*/ 377190 w 464820"/>
                <a:gd name="connsiteY4" fmla="*/ 11430 h 502920"/>
                <a:gd name="connsiteX5" fmla="*/ 0 w 464820"/>
                <a:gd name="connsiteY5" fmla="*/ 0 h 502920"/>
                <a:gd name="connsiteX0" fmla="*/ 0 w 466725"/>
                <a:gd name="connsiteY0" fmla="*/ 0 h 493395"/>
                <a:gd name="connsiteX1" fmla="*/ 1905 w 466725"/>
                <a:gd name="connsiteY1" fmla="*/ 493395 h 493395"/>
                <a:gd name="connsiteX2" fmla="*/ 466725 w 466725"/>
                <a:gd name="connsiteY2" fmla="*/ 493395 h 493395"/>
                <a:gd name="connsiteX3" fmla="*/ 466725 w 466725"/>
                <a:gd name="connsiteY3" fmla="*/ 89535 h 493395"/>
                <a:gd name="connsiteX4" fmla="*/ 379095 w 466725"/>
                <a:gd name="connsiteY4" fmla="*/ 1905 h 493395"/>
                <a:gd name="connsiteX5" fmla="*/ 0 w 466725"/>
                <a:gd name="connsiteY5" fmla="*/ 0 h 493395"/>
                <a:gd name="connsiteX0" fmla="*/ 0 w 466725"/>
                <a:gd name="connsiteY0" fmla="*/ 0 h 493395"/>
                <a:gd name="connsiteX1" fmla="*/ 1905 w 466725"/>
                <a:gd name="connsiteY1" fmla="*/ 493395 h 493395"/>
                <a:gd name="connsiteX2" fmla="*/ 466725 w 466725"/>
                <a:gd name="connsiteY2" fmla="*/ 493395 h 493395"/>
                <a:gd name="connsiteX3" fmla="*/ 466725 w 466725"/>
                <a:gd name="connsiteY3" fmla="*/ 89535 h 493395"/>
                <a:gd name="connsiteX4" fmla="*/ 325755 w 466725"/>
                <a:gd name="connsiteY4" fmla="*/ 0 h 493395"/>
                <a:gd name="connsiteX5" fmla="*/ 0 w 466725"/>
                <a:gd name="connsiteY5" fmla="*/ 0 h 493395"/>
                <a:gd name="connsiteX0" fmla="*/ 0 w 468630"/>
                <a:gd name="connsiteY0" fmla="*/ 0 h 493395"/>
                <a:gd name="connsiteX1" fmla="*/ 1905 w 468630"/>
                <a:gd name="connsiteY1" fmla="*/ 493395 h 493395"/>
                <a:gd name="connsiteX2" fmla="*/ 466725 w 468630"/>
                <a:gd name="connsiteY2" fmla="*/ 493395 h 493395"/>
                <a:gd name="connsiteX3" fmla="*/ 468630 w 468630"/>
                <a:gd name="connsiteY3" fmla="*/ 110490 h 493395"/>
                <a:gd name="connsiteX4" fmla="*/ 325755 w 468630"/>
                <a:gd name="connsiteY4" fmla="*/ 0 h 493395"/>
                <a:gd name="connsiteX5" fmla="*/ 0 w 468630"/>
                <a:gd name="connsiteY5" fmla="*/ 0 h 493395"/>
                <a:gd name="connsiteX0" fmla="*/ 0 w 468630"/>
                <a:gd name="connsiteY0" fmla="*/ 0 h 493395"/>
                <a:gd name="connsiteX1" fmla="*/ 1905 w 468630"/>
                <a:gd name="connsiteY1" fmla="*/ 493395 h 493395"/>
                <a:gd name="connsiteX2" fmla="*/ 466725 w 468630"/>
                <a:gd name="connsiteY2" fmla="*/ 493395 h 493395"/>
                <a:gd name="connsiteX3" fmla="*/ 468630 w 468630"/>
                <a:gd name="connsiteY3" fmla="*/ 127635 h 493395"/>
                <a:gd name="connsiteX4" fmla="*/ 325755 w 468630"/>
                <a:gd name="connsiteY4" fmla="*/ 0 h 493395"/>
                <a:gd name="connsiteX5" fmla="*/ 0 w 468630"/>
                <a:gd name="connsiteY5" fmla="*/ 0 h 493395"/>
                <a:gd name="connsiteX0" fmla="*/ 0 w 468630"/>
                <a:gd name="connsiteY0" fmla="*/ 0 h 493395"/>
                <a:gd name="connsiteX1" fmla="*/ 1905 w 468630"/>
                <a:gd name="connsiteY1" fmla="*/ 493395 h 493395"/>
                <a:gd name="connsiteX2" fmla="*/ 466725 w 468630"/>
                <a:gd name="connsiteY2" fmla="*/ 493395 h 493395"/>
                <a:gd name="connsiteX3" fmla="*/ 468630 w 468630"/>
                <a:gd name="connsiteY3" fmla="*/ 142875 h 493395"/>
                <a:gd name="connsiteX4" fmla="*/ 325755 w 468630"/>
                <a:gd name="connsiteY4" fmla="*/ 0 h 493395"/>
                <a:gd name="connsiteX5" fmla="*/ 0 w 468630"/>
                <a:gd name="connsiteY5" fmla="*/ 0 h 49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8630" h="493395">
                  <a:moveTo>
                    <a:pt x="0" y="0"/>
                  </a:moveTo>
                  <a:lnTo>
                    <a:pt x="1905" y="493395"/>
                  </a:lnTo>
                  <a:lnTo>
                    <a:pt x="466725" y="493395"/>
                  </a:lnTo>
                  <a:lnTo>
                    <a:pt x="468630" y="142875"/>
                  </a:lnTo>
                  <a:lnTo>
                    <a:pt x="325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rtlCol="0" anchor="ctr"/>
            <a:lstStyle/>
            <a:p>
              <a:pPr algn="ctr"/>
              <a:r>
                <a:rPr lang="en-AU" sz="700" dirty="0">
                  <a:solidFill>
                    <a:schemeClr val="tx1"/>
                  </a:solidFill>
                </a:rPr>
                <a:t>Data Object</a:t>
              </a:r>
            </a:p>
          </p:txBody>
        </p:sp>
        <p:sp>
          <p:nvSpPr>
            <p:cNvPr id="14" name="Isosceles Triangle 13"/>
            <p:cNvSpPr/>
            <p:nvPr/>
          </p:nvSpPr>
          <p:spPr>
            <a:xfrm rot="13609238">
              <a:off x="1823833" y="2774440"/>
              <a:ext cx="190676" cy="92532"/>
            </a:xfrm>
            <a:custGeom>
              <a:avLst/>
              <a:gdLst>
                <a:gd name="connsiteX0" fmla="*/ 0 w 181912"/>
                <a:gd name="connsiteY0" fmla="*/ 121105 h 121105"/>
                <a:gd name="connsiteX1" fmla="*/ 90956 w 181912"/>
                <a:gd name="connsiteY1" fmla="*/ 0 h 121105"/>
                <a:gd name="connsiteX2" fmla="*/ 181912 w 181912"/>
                <a:gd name="connsiteY2" fmla="*/ 121105 h 121105"/>
                <a:gd name="connsiteX3" fmla="*/ 0 w 181912"/>
                <a:gd name="connsiteY3" fmla="*/ 121105 h 121105"/>
                <a:gd name="connsiteX0" fmla="*/ 0 w 181912"/>
                <a:gd name="connsiteY0" fmla="*/ 89925 h 89925"/>
                <a:gd name="connsiteX1" fmla="*/ 85208 w 181912"/>
                <a:gd name="connsiteY1" fmla="*/ 0 h 89925"/>
                <a:gd name="connsiteX2" fmla="*/ 181912 w 181912"/>
                <a:gd name="connsiteY2" fmla="*/ 89925 h 89925"/>
                <a:gd name="connsiteX3" fmla="*/ 0 w 181912"/>
                <a:gd name="connsiteY3" fmla="*/ 89925 h 89925"/>
                <a:gd name="connsiteX0" fmla="*/ 0 w 181912"/>
                <a:gd name="connsiteY0" fmla="*/ 99221 h 99221"/>
                <a:gd name="connsiteX1" fmla="*/ 80869 w 181912"/>
                <a:gd name="connsiteY1" fmla="*/ 0 h 99221"/>
                <a:gd name="connsiteX2" fmla="*/ 181912 w 181912"/>
                <a:gd name="connsiteY2" fmla="*/ 99221 h 99221"/>
                <a:gd name="connsiteX3" fmla="*/ 0 w 181912"/>
                <a:gd name="connsiteY3" fmla="*/ 99221 h 99221"/>
                <a:gd name="connsiteX0" fmla="*/ 0 w 181912"/>
                <a:gd name="connsiteY0" fmla="*/ 92532 h 92532"/>
                <a:gd name="connsiteX1" fmla="*/ 82429 w 181912"/>
                <a:gd name="connsiteY1" fmla="*/ 0 h 92532"/>
                <a:gd name="connsiteX2" fmla="*/ 181912 w 181912"/>
                <a:gd name="connsiteY2" fmla="*/ 92532 h 92532"/>
                <a:gd name="connsiteX3" fmla="*/ 0 w 181912"/>
                <a:gd name="connsiteY3" fmla="*/ 92532 h 9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912" h="92532">
                  <a:moveTo>
                    <a:pt x="0" y="92532"/>
                  </a:moveTo>
                  <a:lnTo>
                    <a:pt x="82429" y="0"/>
                  </a:lnTo>
                  <a:lnTo>
                    <a:pt x="181912" y="92532"/>
                  </a:lnTo>
                  <a:lnTo>
                    <a:pt x="0" y="9253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628838" y="3405560"/>
            <a:ext cx="478723" cy="552370"/>
            <a:chOff x="1116192" y="2785800"/>
            <a:chExt cx="478723" cy="552370"/>
          </a:xfrm>
        </p:grpSpPr>
        <p:sp>
          <p:nvSpPr>
            <p:cNvPr id="18" name="Flowchart: Magnetic Disk 17"/>
            <p:cNvSpPr/>
            <p:nvPr/>
          </p:nvSpPr>
          <p:spPr>
            <a:xfrm>
              <a:off x="1116192" y="2785800"/>
              <a:ext cx="478723" cy="552370"/>
            </a:xfrm>
            <a:prstGeom prst="flowChartMagneticDisk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tIns="7200" rIns="7200" bIns="7200" rtlCol="0" anchor="b" anchorCtr="0"/>
            <a:lstStyle/>
            <a:p>
              <a:pPr algn="ctr"/>
              <a:r>
                <a:rPr lang="en-AU" sz="700" dirty="0">
                  <a:solidFill>
                    <a:schemeClr val="tx1"/>
                  </a:solidFill>
                </a:rPr>
                <a:t>Data Store</a:t>
              </a:r>
            </a:p>
          </p:txBody>
        </p:sp>
        <p:sp>
          <p:nvSpPr>
            <p:cNvPr id="31" name="Freeform 30"/>
            <p:cNvSpPr/>
            <p:nvPr/>
          </p:nvSpPr>
          <p:spPr>
            <a:xfrm>
              <a:off x="1116192" y="2942877"/>
              <a:ext cx="478723" cy="61847"/>
            </a:xfrm>
            <a:custGeom>
              <a:avLst/>
              <a:gdLst>
                <a:gd name="connsiteX0" fmla="*/ 0 w 390525"/>
                <a:gd name="connsiteY0" fmla="*/ 0 h 71293"/>
                <a:gd name="connsiteX1" fmla="*/ 125730 w 390525"/>
                <a:gd name="connsiteY1" fmla="*/ 60960 h 71293"/>
                <a:gd name="connsiteX2" fmla="*/ 272415 w 390525"/>
                <a:gd name="connsiteY2" fmla="*/ 66675 h 71293"/>
                <a:gd name="connsiteX3" fmla="*/ 390525 w 390525"/>
                <a:gd name="connsiteY3" fmla="*/ 13335 h 71293"/>
                <a:gd name="connsiteX0" fmla="*/ 0 w 390525"/>
                <a:gd name="connsiteY0" fmla="*/ 0 h 69831"/>
                <a:gd name="connsiteX1" fmla="*/ 60960 w 390525"/>
                <a:gd name="connsiteY1" fmla="*/ 38600 h 69831"/>
                <a:gd name="connsiteX2" fmla="*/ 125730 w 390525"/>
                <a:gd name="connsiteY2" fmla="*/ 60960 h 69831"/>
                <a:gd name="connsiteX3" fmla="*/ 272415 w 390525"/>
                <a:gd name="connsiteY3" fmla="*/ 66675 h 69831"/>
                <a:gd name="connsiteX4" fmla="*/ 390525 w 390525"/>
                <a:gd name="connsiteY4" fmla="*/ 13335 h 69831"/>
                <a:gd name="connsiteX0" fmla="*/ 0 w 390525"/>
                <a:gd name="connsiteY0" fmla="*/ 0 h 67355"/>
                <a:gd name="connsiteX1" fmla="*/ 60960 w 390525"/>
                <a:gd name="connsiteY1" fmla="*/ 38600 h 67355"/>
                <a:gd name="connsiteX2" fmla="*/ 125730 w 390525"/>
                <a:gd name="connsiteY2" fmla="*/ 60960 h 67355"/>
                <a:gd name="connsiteX3" fmla="*/ 272415 w 390525"/>
                <a:gd name="connsiteY3" fmla="*/ 66675 h 67355"/>
                <a:gd name="connsiteX4" fmla="*/ 329565 w 390525"/>
                <a:gd name="connsiteY4" fmla="*/ 48125 h 67355"/>
                <a:gd name="connsiteX5" fmla="*/ 390525 w 390525"/>
                <a:gd name="connsiteY5" fmla="*/ 13335 h 67355"/>
                <a:gd name="connsiteX0" fmla="*/ 0 w 390525"/>
                <a:gd name="connsiteY0" fmla="*/ 0 h 67135"/>
                <a:gd name="connsiteX1" fmla="*/ 60960 w 390525"/>
                <a:gd name="connsiteY1" fmla="*/ 38600 h 67135"/>
                <a:gd name="connsiteX2" fmla="*/ 125730 w 390525"/>
                <a:gd name="connsiteY2" fmla="*/ 60960 h 67135"/>
                <a:gd name="connsiteX3" fmla="*/ 196215 w 390525"/>
                <a:gd name="connsiteY3" fmla="*/ 61460 h 67135"/>
                <a:gd name="connsiteX4" fmla="*/ 272415 w 390525"/>
                <a:gd name="connsiteY4" fmla="*/ 66675 h 67135"/>
                <a:gd name="connsiteX5" fmla="*/ 329565 w 390525"/>
                <a:gd name="connsiteY5" fmla="*/ 48125 h 67135"/>
                <a:gd name="connsiteX6" fmla="*/ 390525 w 390525"/>
                <a:gd name="connsiteY6" fmla="*/ 13335 h 67135"/>
                <a:gd name="connsiteX0" fmla="*/ 0 w 390525"/>
                <a:gd name="connsiteY0" fmla="*/ 0 h 73065"/>
                <a:gd name="connsiteX1" fmla="*/ 60960 w 390525"/>
                <a:gd name="connsiteY1" fmla="*/ 38600 h 73065"/>
                <a:gd name="connsiteX2" fmla="*/ 125730 w 390525"/>
                <a:gd name="connsiteY2" fmla="*/ 60960 h 73065"/>
                <a:gd name="connsiteX3" fmla="*/ 201930 w 390525"/>
                <a:gd name="connsiteY3" fmla="*/ 72890 h 73065"/>
                <a:gd name="connsiteX4" fmla="*/ 272415 w 390525"/>
                <a:gd name="connsiteY4" fmla="*/ 66675 h 73065"/>
                <a:gd name="connsiteX5" fmla="*/ 329565 w 390525"/>
                <a:gd name="connsiteY5" fmla="*/ 48125 h 73065"/>
                <a:gd name="connsiteX6" fmla="*/ 390525 w 390525"/>
                <a:gd name="connsiteY6" fmla="*/ 13335 h 73065"/>
                <a:gd name="connsiteX0" fmla="*/ 0 w 390525"/>
                <a:gd name="connsiteY0" fmla="*/ 0 h 73065"/>
                <a:gd name="connsiteX1" fmla="*/ 60960 w 390525"/>
                <a:gd name="connsiteY1" fmla="*/ 38600 h 73065"/>
                <a:gd name="connsiteX2" fmla="*/ 135255 w 390525"/>
                <a:gd name="connsiteY2" fmla="*/ 64770 h 73065"/>
                <a:gd name="connsiteX3" fmla="*/ 201930 w 390525"/>
                <a:gd name="connsiteY3" fmla="*/ 72890 h 73065"/>
                <a:gd name="connsiteX4" fmla="*/ 272415 w 390525"/>
                <a:gd name="connsiteY4" fmla="*/ 66675 h 73065"/>
                <a:gd name="connsiteX5" fmla="*/ 329565 w 390525"/>
                <a:gd name="connsiteY5" fmla="*/ 48125 h 73065"/>
                <a:gd name="connsiteX6" fmla="*/ 390525 w 390525"/>
                <a:gd name="connsiteY6" fmla="*/ 13335 h 73065"/>
                <a:gd name="connsiteX0" fmla="*/ 0 w 390525"/>
                <a:gd name="connsiteY0" fmla="*/ 0 h 73065"/>
                <a:gd name="connsiteX1" fmla="*/ 62865 w 390525"/>
                <a:gd name="connsiteY1" fmla="*/ 48125 h 73065"/>
                <a:gd name="connsiteX2" fmla="*/ 135255 w 390525"/>
                <a:gd name="connsiteY2" fmla="*/ 64770 h 73065"/>
                <a:gd name="connsiteX3" fmla="*/ 201930 w 390525"/>
                <a:gd name="connsiteY3" fmla="*/ 72890 h 73065"/>
                <a:gd name="connsiteX4" fmla="*/ 272415 w 390525"/>
                <a:gd name="connsiteY4" fmla="*/ 66675 h 73065"/>
                <a:gd name="connsiteX5" fmla="*/ 329565 w 390525"/>
                <a:gd name="connsiteY5" fmla="*/ 48125 h 73065"/>
                <a:gd name="connsiteX6" fmla="*/ 390525 w 390525"/>
                <a:gd name="connsiteY6" fmla="*/ 13335 h 73065"/>
                <a:gd name="connsiteX0" fmla="*/ 0 w 400050"/>
                <a:gd name="connsiteY0" fmla="*/ 5715 h 59730"/>
                <a:gd name="connsiteX1" fmla="*/ 72390 w 400050"/>
                <a:gd name="connsiteY1" fmla="*/ 34790 h 59730"/>
                <a:gd name="connsiteX2" fmla="*/ 144780 w 400050"/>
                <a:gd name="connsiteY2" fmla="*/ 51435 h 59730"/>
                <a:gd name="connsiteX3" fmla="*/ 211455 w 400050"/>
                <a:gd name="connsiteY3" fmla="*/ 59555 h 59730"/>
                <a:gd name="connsiteX4" fmla="*/ 281940 w 400050"/>
                <a:gd name="connsiteY4" fmla="*/ 53340 h 59730"/>
                <a:gd name="connsiteX5" fmla="*/ 339090 w 400050"/>
                <a:gd name="connsiteY5" fmla="*/ 34790 h 59730"/>
                <a:gd name="connsiteX6" fmla="*/ 400050 w 400050"/>
                <a:gd name="connsiteY6" fmla="*/ 0 h 59730"/>
                <a:gd name="connsiteX0" fmla="*/ 0 w 400050"/>
                <a:gd name="connsiteY0" fmla="*/ 0 h 61635"/>
                <a:gd name="connsiteX1" fmla="*/ 72390 w 400050"/>
                <a:gd name="connsiteY1" fmla="*/ 36695 h 61635"/>
                <a:gd name="connsiteX2" fmla="*/ 144780 w 400050"/>
                <a:gd name="connsiteY2" fmla="*/ 53340 h 61635"/>
                <a:gd name="connsiteX3" fmla="*/ 211455 w 400050"/>
                <a:gd name="connsiteY3" fmla="*/ 61460 h 61635"/>
                <a:gd name="connsiteX4" fmla="*/ 281940 w 400050"/>
                <a:gd name="connsiteY4" fmla="*/ 55245 h 61635"/>
                <a:gd name="connsiteX5" fmla="*/ 339090 w 400050"/>
                <a:gd name="connsiteY5" fmla="*/ 36695 h 61635"/>
                <a:gd name="connsiteX6" fmla="*/ 400050 w 400050"/>
                <a:gd name="connsiteY6" fmla="*/ 1905 h 61635"/>
                <a:gd name="connsiteX0" fmla="*/ 0 w 400050"/>
                <a:gd name="connsiteY0" fmla="*/ 0 h 61635"/>
                <a:gd name="connsiteX1" fmla="*/ 72390 w 400050"/>
                <a:gd name="connsiteY1" fmla="*/ 36695 h 61635"/>
                <a:gd name="connsiteX2" fmla="*/ 146685 w 400050"/>
                <a:gd name="connsiteY2" fmla="*/ 59055 h 61635"/>
                <a:gd name="connsiteX3" fmla="*/ 211455 w 400050"/>
                <a:gd name="connsiteY3" fmla="*/ 61460 h 61635"/>
                <a:gd name="connsiteX4" fmla="*/ 281940 w 400050"/>
                <a:gd name="connsiteY4" fmla="*/ 55245 h 61635"/>
                <a:gd name="connsiteX5" fmla="*/ 339090 w 400050"/>
                <a:gd name="connsiteY5" fmla="*/ 36695 h 61635"/>
                <a:gd name="connsiteX6" fmla="*/ 400050 w 400050"/>
                <a:gd name="connsiteY6" fmla="*/ 1905 h 61635"/>
                <a:gd name="connsiteX0" fmla="*/ 0 w 400050"/>
                <a:gd name="connsiteY0" fmla="*/ 0 h 65367"/>
                <a:gd name="connsiteX1" fmla="*/ 72390 w 400050"/>
                <a:gd name="connsiteY1" fmla="*/ 36695 h 65367"/>
                <a:gd name="connsiteX2" fmla="*/ 146685 w 400050"/>
                <a:gd name="connsiteY2" fmla="*/ 59055 h 65367"/>
                <a:gd name="connsiteX3" fmla="*/ 209550 w 400050"/>
                <a:gd name="connsiteY3" fmla="*/ 65270 h 65367"/>
                <a:gd name="connsiteX4" fmla="*/ 281940 w 400050"/>
                <a:gd name="connsiteY4" fmla="*/ 55245 h 65367"/>
                <a:gd name="connsiteX5" fmla="*/ 339090 w 400050"/>
                <a:gd name="connsiteY5" fmla="*/ 36695 h 65367"/>
                <a:gd name="connsiteX6" fmla="*/ 400050 w 400050"/>
                <a:gd name="connsiteY6" fmla="*/ 1905 h 65367"/>
                <a:gd name="connsiteX0" fmla="*/ 0 w 400050"/>
                <a:gd name="connsiteY0" fmla="*/ 0 h 65367"/>
                <a:gd name="connsiteX1" fmla="*/ 72390 w 400050"/>
                <a:gd name="connsiteY1" fmla="*/ 36695 h 65367"/>
                <a:gd name="connsiteX2" fmla="*/ 133350 w 400050"/>
                <a:gd name="connsiteY2" fmla="*/ 57150 h 65367"/>
                <a:gd name="connsiteX3" fmla="*/ 209550 w 400050"/>
                <a:gd name="connsiteY3" fmla="*/ 65270 h 65367"/>
                <a:gd name="connsiteX4" fmla="*/ 281940 w 400050"/>
                <a:gd name="connsiteY4" fmla="*/ 55245 h 65367"/>
                <a:gd name="connsiteX5" fmla="*/ 339090 w 400050"/>
                <a:gd name="connsiteY5" fmla="*/ 36695 h 65367"/>
                <a:gd name="connsiteX6" fmla="*/ 400050 w 400050"/>
                <a:gd name="connsiteY6" fmla="*/ 1905 h 65367"/>
                <a:gd name="connsiteX0" fmla="*/ 0 w 400050"/>
                <a:gd name="connsiteY0" fmla="*/ 0 h 65367"/>
                <a:gd name="connsiteX1" fmla="*/ 60960 w 400050"/>
                <a:gd name="connsiteY1" fmla="*/ 32885 h 65367"/>
                <a:gd name="connsiteX2" fmla="*/ 133350 w 400050"/>
                <a:gd name="connsiteY2" fmla="*/ 57150 h 65367"/>
                <a:gd name="connsiteX3" fmla="*/ 209550 w 400050"/>
                <a:gd name="connsiteY3" fmla="*/ 65270 h 65367"/>
                <a:gd name="connsiteX4" fmla="*/ 281940 w 400050"/>
                <a:gd name="connsiteY4" fmla="*/ 55245 h 65367"/>
                <a:gd name="connsiteX5" fmla="*/ 339090 w 400050"/>
                <a:gd name="connsiteY5" fmla="*/ 36695 h 65367"/>
                <a:gd name="connsiteX6" fmla="*/ 400050 w 400050"/>
                <a:gd name="connsiteY6" fmla="*/ 1905 h 65367"/>
                <a:gd name="connsiteX0" fmla="*/ 0 w 398145"/>
                <a:gd name="connsiteY0" fmla="*/ 5715 h 63462"/>
                <a:gd name="connsiteX1" fmla="*/ 59055 w 398145"/>
                <a:gd name="connsiteY1" fmla="*/ 30980 h 63462"/>
                <a:gd name="connsiteX2" fmla="*/ 131445 w 398145"/>
                <a:gd name="connsiteY2" fmla="*/ 55245 h 63462"/>
                <a:gd name="connsiteX3" fmla="*/ 207645 w 398145"/>
                <a:gd name="connsiteY3" fmla="*/ 63365 h 63462"/>
                <a:gd name="connsiteX4" fmla="*/ 280035 w 398145"/>
                <a:gd name="connsiteY4" fmla="*/ 53340 h 63462"/>
                <a:gd name="connsiteX5" fmla="*/ 337185 w 398145"/>
                <a:gd name="connsiteY5" fmla="*/ 34790 h 63462"/>
                <a:gd name="connsiteX6" fmla="*/ 398145 w 398145"/>
                <a:gd name="connsiteY6" fmla="*/ 0 h 63462"/>
                <a:gd name="connsiteX0" fmla="*/ 0 w 398145"/>
                <a:gd name="connsiteY0" fmla="*/ 5715 h 63462"/>
                <a:gd name="connsiteX1" fmla="*/ 62865 w 398145"/>
                <a:gd name="connsiteY1" fmla="*/ 40505 h 63462"/>
                <a:gd name="connsiteX2" fmla="*/ 131445 w 398145"/>
                <a:gd name="connsiteY2" fmla="*/ 55245 h 63462"/>
                <a:gd name="connsiteX3" fmla="*/ 207645 w 398145"/>
                <a:gd name="connsiteY3" fmla="*/ 63365 h 63462"/>
                <a:gd name="connsiteX4" fmla="*/ 280035 w 398145"/>
                <a:gd name="connsiteY4" fmla="*/ 53340 h 63462"/>
                <a:gd name="connsiteX5" fmla="*/ 337185 w 398145"/>
                <a:gd name="connsiteY5" fmla="*/ 34790 h 63462"/>
                <a:gd name="connsiteX6" fmla="*/ 398145 w 398145"/>
                <a:gd name="connsiteY6" fmla="*/ 0 h 63462"/>
                <a:gd name="connsiteX0" fmla="*/ 0 w 398145"/>
                <a:gd name="connsiteY0" fmla="*/ 5715 h 63462"/>
                <a:gd name="connsiteX1" fmla="*/ 64770 w 398145"/>
                <a:gd name="connsiteY1" fmla="*/ 36695 h 63462"/>
                <a:gd name="connsiteX2" fmla="*/ 131445 w 398145"/>
                <a:gd name="connsiteY2" fmla="*/ 55245 h 63462"/>
                <a:gd name="connsiteX3" fmla="*/ 207645 w 398145"/>
                <a:gd name="connsiteY3" fmla="*/ 63365 h 63462"/>
                <a:gd name="connsiteX4" fmla="*/ 280035 w 398145"/>
                <a:gd name="connsiteY4" fmla="*/ 53340 h 63462"/>
                <a:gd name="connsiteX5" fmla="*/ 337185 w 398145"/>
                <a:gd name="connsiteY5" fmla="*/ 34790 h 63462"/>
                <a:gd name="connsiteX6" fmla="*/ 398145 w 398145"/>
                <a:gd name="connsiteY6" fmla="*/ 0 h 63462"/>
                <a:gd name="connsiteX0" fmla="*/ 0 w 398145"/>
                <a:gd name="connsiteY0" fmla="*/ 5715 h 63462"/>
                <a:gd name="connsiteX1" fmla="*/ 64770 w 398145"/>
                <a:gd name="connsiteY1" fmla="*/ 36695 h 63462"/>
                <a:gd name="connsiteX2" fmla="*/ 133350 w 398145"/>
                <a:gd name="connsiteY2" fmla="*/ 57150 h 63462"/>
                <a:gd name="connsiteX3" fmla="*/ 207645 w 398145"/>
                <a:gd name="connsiteY3" fmla="*/ 63365 h 63462"/>
                <a:gd name="connsiteX4" fmla="*/ 280035 w 398145"/>
                <a:gd name="connsiteY4" fmla="*/ 53340 h 63462"/>
                <a:gd name="connsiteX5" fmla="*/ 337185 w 398145"/>
                <a:gd name="connsiteY5" fmla="*/ 34790 h 63462"/>
                <a:gd name="connsiteX6" fmla="*/ 398145 w 398145"/>
                <a:gd name="connsiteY6" fmla="*/ 0 h 63462"/>
                <a:gd name="connsiteX0" fmla="*/ 0 w 398145"/>
                <a:gd name="connsiteY0" fmla="*/ 5715 h 63462"/>
                <a:gd name="connsiteX1" fmla="*/ 57150 w 398145"/>
                <a:gd name="connsiteY1" fmla="*/ 36695 h 63462"/>
                <a:gd name="connsiteX2" fmla="*/ 133350 w 398145"/>
                <a:gd name="connsiteY2" fmla="*/ 57150 h 63462"/>
                <a:gd name="connsiteX3" fmla="*/ 207645 w 398145"/>
                <a:gd name="connsiteY3" fmla="*/ 63365 h 63462"/>
                <a:gd name="connsiteX4" fmla="*/ 280035 w 398145"/>
                <a:gd name="connsiteY4" fmla="*/ 53340 h 63462"/>
                <a:gd name="connsiteX5" fmla="*/ 337185 w 398145"/>
                <a:gd name="connsiteY5" fmla="*/ 34790 h 63462"/>
                <a:gd name="connsiteX6" fmla="*/ 398145 w 398145"/>
                <a:gd name="connsiteY6" fmla="*/ 0 h 63462"/>
                <a:gd name="connsiteX0" fmla="*/ 0 w 398145"/>
                <a:gd name="connsiteY0" fmla="*/ 5715 h 63462"/>
                <a:gd name="connsiteX1" fmla="*/ 57150 w 398145"/>
                <a:gd name="connsiteY1" fmla="*/ 36695 h 63462"/>
                <a:gd name="connsiteX2" fmla="*/ 133350 w 398145"/>
                <a:gd name="connsiteY2" fmla="*/ 57150 h 63462"/>
                <a:gd name="connsiteX3" fmla="*/ 207645 w 398145"/>
                <a:gd name="connsiteY3" fmla="*/ 63365 h 63462"/>
                <a:gd name="connsiteX4" fmla="*/ 280035 w 398145"/>
                <a:gd name="connsiteY4" fmla="*/ 53340 h 63462"/>
                <a:gd name="connsiteX5" fmla="*/ 346710 w 398145"/>
                <a:gd name="connsiteY5" fmla="*/ 34790 h 63462"/>
                <a:gd name="connsiteX6" fmla="*/ 398145 w 398145"/>
                <a:gd name="connsiteY6" fmla="*/ 0 h 63462"/>
                <a:gd name="connsiteX0" fmla="*/ 0 w 398145"/>
                <a:gd name="connsiteY0" fmla="*/ 5715 h 63570"/>
                <a:gd name="connsiteX1" fmla="*/ 57150 w 398145"/>
                <a:gd name="connsiteY1" fmla="*/ 36695 h 63570"/>
                <a:gd name="connsiteX2" fmla="*/ 133350 w 398145"/>
                <a:gd name="connsiteY2" fmla="*/ 57150 h 63570"/>
                <a:gd name="connsiteX3" fmla="*/ 207645 w 398145"/>
                <a:gd name="connsiteY3" fmla="*/ 63365 h 63570"/>
                <a:gd name="connsiteX4" fmla="*/ 283845 w 398145"/>
                <a:gd name="connsiteY4" fmla="*/ 57150 h 63570"/>
                <a:gd name="connsiteX5" fmla="*/ 346710 w 398145"/>
                <a:gd name="connsiteY5" fmla="*/ 34790 h 63570"/>
                <a:gd name="connsiteX6" fmla="*/ 398145 w 398145"/>
                <a:gd name="connsiteY6" fmla="*/ 0 h 63570"/>
                <a:gd name="connsiteX0" fmla="*/ 0 w 403860"/>
                <a:gd name="connsiteY0" fmla="*/ 0 h 57855"/>
                <a:gd name="connsiteX1" fmla="*/ 57150 w 403860"/>
                <a:gd name="connsiteY1" fmla="*/ 30980 h 57855"/>
                <a:gd name="connsiteX2" fmla="*/ 133350 w 403860"/>
                <a:gd name="connsiteY2" fmla="*/ 51435 h 57855"/>
                <a:gd name="connsiteX3" fmla="*/ 207645 w 403860"/>
                <a:gd name="connsiteY3" fmla="*/ 57650 h 57855"/>
                <a:gd name="connsiteX4" fmla="*/ 283845 w 403860"/>
                <a:gd name="connsiteY4" fmla="*/ 51435 h 57855"/>
                <a:gd name="connsiteX5" fmla="*/ 346710 w 403860"/>
                <a:gd name="connsiteY5" fmla="*/ 29075 h 57855"/>
                <a:gd name="connsiteX6" fmla="*/ 403860 w 403860"/>
                <a:gd name="connsiteY6" fmla="*/ 1905 h 57855"/>
                <a:gd name="connsiteX0" fmla="*/ 0 w 401955"/>
                <a:gd name="connsiteY0" fmla="*/ 0 h 57855"/>
                <a:gd name="connsiteX1" fmla="*/ 57150 w 401955"/>
                <a:gd name="connsiteY1" fmla="*/ 30980 h 57855"/>
                <a:gd name="connsiteX2" fmla="*/ 133350 w 401955"/>
                <a:gd name="connsiteY2" fmla="*/ 51435 h 57855"/>
                <a:gd name="connsiteX3" fmla="*/ 207645 w 401955"/>
                <a:gd name="connsiteY3" fmla="*/ 57650 h 57855"/>
                <a:gd name="connsiteX4" fmla="*/ 283845 w 401955"/>
                <a:gd name="connsiteY4" fmla="*/ 51435 h 57855"/>
                <a:gd name="connsiteX5" fmla="*/ 346710 w 401955"/>
                <a:gd name="connsiteY5" fmla="*/ 29075 h 57855"/>
                <a:gd name="connsiteX6" fmla="*/ 401955 w 401955"/>
                <a:gd name="connsiteY6" fmla="*/ 0 h 57855"/>
                <a:gd name="connsiteX0" fmla="*/ 0 w 401955"/>
                <a:gd name="connsiteY0" fmla="*/ 0 h 57855"/>
                <a:gd name="connsiteX1" fmla="*/ 57150 w 401955"/>
                <a:gd name="connsiteY1" fmla="*/ 30980 h 57855"/>
                <a:gd name="connsiteX2" fmla="*/ 133350 w 401955"/>
                <a:gd name="connsiteY2" fmla="*/ 51435 h 57855"/>
                <a:gd name="connsiteX3" fmla="*/ 207645 w 401955"/>
                <a:gd name="connsiteY3" fmla="*/ 57650 h 57855"/>
                <a:gd name="connsiteX4" fmla="*/ 283845 w 401955"/>
                <a:gd name="connsiteY4" fmla="*/ 51435 h 57855"/>
                <a:gd name="connsiteX5" fmla="*/ 342900 w 401955"/>
                <a:gd name="connsiteY5" fmla="*/ 29075 h 57855"/>
                <a:gd name="connsiteX6" fmla="*/ 401955 w 401955"/>
                <a:gd name="connsiteY6" fmla="*/ 0 h 57855"/>
                <a:gd name="connsiteX0" fmla="*/ 0 w 401955"/>
                <a:gd name="connsiteY0" fmla="*/ 0 h 57825"/>
                <a:gd name="connsiteX1" fmla="*/ 57150 w 401955"/>
                <a:gd name="connsiteY1" fmla="*/ 30980 h 57825"/>
                <a:gd name="connsiteX2" fmla="*/ 133350 w 401955"/>
                <a:gd name="connsiteY2" fmla="*/ 51435 h 57825"/>
                <a:gd name="connsiteX3" fmla="*/ 207645 w 401955"/>
                <a:gd name="connsiteY3" fmla="*/ 57650 h 57825"/>
                <a:gd name="connsiteX4" fmla="*/ 283845 w 401955"/>
                <a:gd name="connsiteY4" fmla="*/ 51435 h 57825"/>
                <a:gd name="connsiteX5" fmla="*/ 340995 w 401955"/>
                <a:gd name="connsiteY5" fmla="*/ 32885 h 57825"/>
                <a:gd name="connsiteX6" fmla="*/ 401955 w 401955"/>
                <a:gd name="connsiteY6" fmla="*/ 0 h 57825"/>
                <a:gd name="connsiteX0" fmla="*/ 0 w 403860"/>
                <a:gd name="connsiteY0" fmla="*/ 0 h 57825"/>
                <a:gd name="connsiteX1" fmla="*/ 57150 w 403860"/>
                <a:gd name="connsiteY1" fmla="*/ 30980 h 57825"/>
                <a:gd name="connsiteX2" fmla="*/ 133350 w 403860"/>
                <a:gd name="connsiteY2" fmla="*/ 51435 h 57825"/>
                <a:gd name="connsiteX3" fmla="*/ 207645 w 403860"/>
                <a:gd name="connsiteY3" fmla="*/ 57650 h 57825"/>
                <a:gd name="connsiteX4" fmla="*/ 283845 w 403860"/>
                <a:gd name="connsiteY4" fmla="*/ 51435 h 57825"/>
                <a:gd name="connsiteX5" fmla="*/ 340995 w 403860"/>
                <a:gd name="connsiteY5" fmla="*/ 32885 h 57825"/>
                <a:gd name="connsiteX6" fmla="*/ 403860 w 403860"/>
                <a:gd name="connsiteY6" fmla="*/ 5715 h 57825"/>
                <a:gd name="connsiteX0" fmla="*/ 0 w 403860"/>
                <a:gd name="connsiteY0" fmla="*/ 0 h 57825"/>
                <a:gd name="connsiteX1" fmla="*/ 57150 w 403860"/>
                <a:gd name="connsiteY1" fmla="*/ 30980 h 57825"/>
                <a:gd name="connsiteX2" fmla="*/ 133350 w 403860"/>
                <a:gd name="connsiteY2" fmla="*/ 51435 h 57825"/>
                <a:gd name="connsiteX3" fmla="*/ 207645 w 403860"/>
                <a:gd name="connsiteY3" fmla="*/ 57650 h 57825"/>
                <a:gd name="connsiteX4" fmla="*/ 283845 w 403860"/>
                <a:gd name="connsiteY4" fmla="*/ 51435 h 57825"/>
                <a:gd name="connsiteX5" fmla="*/ 340995 w 403860"/>
                <a:gd name="connsiteY5" fmla="*/ 32885 h 57825"/>
                <a:gd name="connsiteX6" fmla="*/ 403860 w 403860"/>
                <a:gd name="connsiteY6" fmla="*/ 1905 h 57825"/>
                <a:gd name="connsiteX0" fmla="*/ 0 w 407053"/>
                <a:gd name="connsiteY0" fmla="*/ 127 h 57952"/>
                <a:gd name="connsiteX1" fmla="*/ 57150 w 407053"/>
                <a:gd name="connsiteY1" fmla="*/ 31107 h 57952"/>
                <a:gd name="connsiteX2" fmla="*/ 133350 w 407053"/>
                <a:gd name="connsiteY2" fmla="*/ 51562 h 57952"/>
                <a:gd name="connsiteX3" fmla="*/ 207645 w 407053"/>
                <a:gd name="connsiteY3" fmla="*/ 57777 h 57952"/>
                <a:gd name="connsiteX4" fmla="*/ 283845 w 407053"/>
                <a:gd name="connsiteY4" fmla="*/ 51562 h 57952"/>
                <a:gd name="connsiteX5" fmla="*/ 340995 w 407053"/>
                <a:gd name="connsiteY5" fmla="*/ 33012 h 57952"/>
                <a:gd name="connsiteX6" fmla="*/ 407053 w 407053"/>
                <a:gd name="connsiteY6" fmla="*/ 0 h 57952"/>
                <a:gd name="connsiteX0" fmla="*/ 0 w 413438"/>
                <a:gd name="connsiteY0" fmla="*/ 0 h 61888"/>
                <a:gd name="connsiteX1" fmla="*/ 63535 w 413438"/>
                <a:gd name="connsiteY1" fmla="*/ 35043 h 61888"/>
                <a:gd name="connsiteX2" fmla="*/ 139735 w 413438"/>
                <a:gd name="connsiteY2" fmla="*/ 55498 h 61888"/>
                <a:gd name="connsiteX3" fmla="*/ 214030 w 413438"/>
                <a:gd name="connsiteY3" fmla="*/ 61713 h 61888"/>
                <a:gd name="connsiteX4" fmla="*/ 290230 w 413438"/>
                <a:gd name="connsiteY4" fmla="*/ 55498 h 61888"/>
                <a:gd name="connsiteX5" fmla="*/ 347380 w 413438"/>
                <a:gd name="connsiteY5" fmla="*/ 36948 h 61888"/>
                <a:gd name="connsiteX6" fmla="*/ 413438 w 413438"/>
                <a:gd name="connsiteY6" fmla="*/ 3936 h 61888"/>
                <a:gd name="connsiteX0" fmla="*/ 0 w 410245"/>
                <a:gd name="connsiteY0" fmla="*/ 0 h 65951"/>
                <a:gd name="connsiteX1" fmla="*/ 60342 w 410245"/>
                <a:gd name="connsiteY1" fmla="*/ 39106 h 65951"/>
                <a:gd name="connsiteX2" fmla="*/ 136542 w 410245"/>
                <a:gd name="connsiteY2" fmla="*/ 59561 h 65951"/>
                <a:gd name="connsiteX3" fmla="*/ 210837 w 410245"/>
                <a:gd name="connsiteY3" fmla="*/ 65776 h 65951"/>
                <a:gd name="connsiteX4" fmla="*/ 287037 w 410245"/>
                <a:gd name="connsiteY4" fmla="*/ 59561 h 65951"/>
                <a:gd name="connsiteX5" fmla="*/ 344187 w 410245"/>
                <a:gd name="connsiteY5" fmla="*/ 41011 h 65951"/>
                <a:gd name="connsiteX6" fmla="*/ 410245 w 410245"/>
                <a:gd name="connsiteY6" fmla="*/ 7999 h 65951"/>
                <a:gd name="connsiteX0" fmla="*/ 0 w 411841"/>
                <a:gd name="connsiteY0" fmla="*/ 0 h 65951"/>
                <a:gd name="connsiteX1" fmla="*/ 60342 w 411841"/>
                <a:gd name="connsiteY1" fmla="*/ 39106 h 65951"/>
                <a:gd name="connsiteX2" fmla="*/ 136542 w 411841"/>
                <a:gd name="connsiteY2" fmla="*/ 59561 h 65951"/>
                <a:gd name="connsiteX3" fmla="*/ 210837 w 411841"/>
                <a:gd name="connsiteY3" fmla="*/ 65776 h 65951"/>
                <a:gd name="connsiteX4" fmla="*/ 287037 w 411841"/>
                <a:gd name="connsiteY4" fmla="*/ 59561 h 65951"/>
                <a:gd name="connsiteX5" fmla="*/ 344187 w 411841"/>
                <a:gd name="connsiteY5" fmla="*/ 41011 h 65951"/>
                <a:gd name="connsiteX6" fmla="*/ 411841 w 411841"/>
                <a:gd name="connsiteY6" fmla="*/ 3936 h 65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1841" h="65951">
                  <a:moveTo>
                    <a:pt x="0" y="0"/>
                  </a:moveTo>
                  <a:cubicBezTo>
                    <a:pt x="10160" y="6433"/>
                    <a:pt x="39387" y="28946"/>
                    <a:pt x="60342" y="39106"/>
                  </a:cubicBezTo>
                  <a:cubicBezTo>
                    <a:pt x="81297" y="49266"/>
                    <a:pt x="111460" y="55116"/>
                    <a:pt x="136542" y="59561"/>
                  </a:cubicBezTo>
                  <a:cubicBezTo>
                    <a:pt x="161624" y="64006"/>
                    <a:pt x="186390" y="64824"/>
                    <a:pt x="210837" y="65776"/>
                  </a:cubicBezTo>
                  <a:cubicBezTo>
                    <a:pt x="235284" y="66728"/>
                    <a:pt x="264812" y="63688"/>
                    <a:pt x="287037" y="59561"/>
                  </a:cubicBezTo>
                  <a:cubicBezTo>
                    <a:pt x="309262" y="55434"/>
                    <a:pt x="324502" y="49901"/>
                    <a:pt x="344187" y="41011"/>
                  </a:cubicBezTo>
                  <a:cubicBezTo>
                    <a:pt x="363872" y="32121"/>
                    <a:pt x="401681" y="9734"/>
                    <a:pt x="411841" y="393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116192" y="2976527"/>
              <a:ext cx="478723" cy="61847"/>
            </a:xfrm>
            <a:custGeom>
              <a:avLst/>
              <a:gdLst>
                <a:gd name="connsiteX0" fmla="*/ 0 w 390525"/>
                <a:gd name="connsiteY0" fmla="*/ 0 h 71293"/>
                <a:gd name="connsiteX1" fmla="*/ 125730 w 390525"/>
                <a:gd name="connsiteY1" fmla="*/ 60960 h 71293"/>
                <a:gd name="connsiteX2" fmla="*/ 272415 w 390525"/>
                <a:gd name="connsiteY2" fmla="*/ 66675 h 71293"/>
                <a:gd name="connsiteX3" fmla="*/ 390525 w 390525"/>
                <a:gd name="connsiteY3" fmla="*/ 13335 h 71293"/>
                <a:gd name="connsiteX0" fmla="*/ 0 w 390525"/>
                <a:gd name="connsiteY0" fmla="*/ 0 h 69831"/>
                <a:gd name="connsiteX1" fmla="*/ 60960 w 390525"/>
                <a:gd name="connsiteY1" fmla="*/ 38600 h 69831"/>
                <a:gd name="connsiteX2" fmla="*/ 125730 w 390525"/>
                <a:gd name="connsiteY2" fmla="*/ 60960 h 69831"/>
                <a:gd name="connsiteX3" fmla="*/ 272415 w 390525"/>
                <a:gd name="connsiteY3" fmla="*/ 66675 h 69831"/>
                <a:gd name="connsiteX4" fmla="*/ 390525 w 390525"/>
                <a:gd name="connsiteY4" fmla="*/ 13335 h 69831"/>
                <a:gd name="connsiteX0" fmla="*/ 0 w 390525"/>
                <a:gd name="connsiteY0" fmla="*/ 0 h 67355"/>
                <a:gd name="connsiteX1" fmla="*/ 60960 w 390525"/>
                <a:gd name="connsiteY1" fmla="*/ 38600 h 67355"/>
                <a:gd name="connsiteX2" fmla="*/ 125730 w 390525"/>
                <a:gd name="connsiteY2" fmla="*/ 60960 h 67355"/>
                <a:gd name="connsiteX3" fmla="*/ 272415 w 390525"/>
                <a:gd name="connsiteY3" fmla="*/ 66675 h 67355"/>
                <a:gd name="connsiteX4" fmla="*/ 329565 w 390525"/>
                <a:gd name="connsiteY4" fmla="*/ 48125 h 67355"/>
                <a:gd name="connsiteX5" fmla="*/ 390525 w 390525"/>
                <a:gd name="connsiteY5" fmla="*/ 13335 h 67355"/>
                <a:gd name="connsiteX0" fmla="*/ 0 w 390525"/>
                <a:gd name="connsiteY0" fmla="*/ 0 h 67135"/>
                <a:gd name="connsiteX1" fmla="*/ 60960 w 390525"/>
                <a:gd name="connsiteY1" fmla="*/ 38600 h 67135"/>
                <a:gd name="connsiteX2" fmla="*/ 125730 w 390525"/>
                <a:gd name="connsiteY2" fmla="*/ 60960 h 67135"/>
                <a:gd name="connsiteX3" fmla="*/ 196215 w 390525"/>
                <a:gd name="connsiteY3" fmla="*/ 61460 h 67135"/>
                <a:gd name="connsiteX4" fmla="*/ 272415 w 390525"/>
                <a:gd name="connsiteY4" fmla="*/ 66675 h 67135"/>
                <a:gd name="connsiteX5" fmla="*/ 329565 w 390525"/>
                <a:gd name="connsiteY5" fmla="*/ 48125 h 67135"/>
                <a:gd name="connsiteX6" fmla="*/ 390525 w 390525"/>
                <a:gd name="connsiteY6" fmla="*/ 13335 h 67135"/>
                <a:gd name="connsiteX0" fmla="*/ 0 w 390525"/>
                <a:gd name="connsiteY0" fmla="*/ 0 h 73065"/>
                <a:gd name="connsiteX1" fmla="*/ 60960 w 390525"/>
                <a:gd name="connsiteY1" fmla="*/ 38600 h 73065"/>
                <a:gd name="connsiteX2" fmla="*/ 125730 w 390525"/>
                <a:gd name="connsiteY2" fmla="*/ 60960 h 73065"/>
                <a:gd name="connsiteX3" fmla="*/ 201930 w 390525"/>
                <a:gd name="connsiteY3" fmla="*/ 72890 h 73065"/>
                <a:gd name="connsiteX4" fmla="*/ 272415 w 390525"/>
                <a:gd name="connsiteY4" fmla="*/ 66675 h 73065"/>
                <a:gd name="connsiteX5" fmla="*/ 329565 w 390525"/>
                <a:gd name="connsiteY5" fmla="*/ 48125 h 73065"/>
                <a:gd name="connsiteX6" fmla="*/ 390525 w 390525"/>
                <a:gd name="connsiteY6" fmla="*/ 13335 h 73065"/>
                <a:gd name="connsiteX0" fmla="*/ 0 w 390525"/>
                <a:gd name="connsiteY0" fmla="*/ 0 h 73065"/>
                <a:gd name="connsiteX1" fmla="*/ 60960 w 390525"/>
                <a:gd name="connsiteY1" fmla="*/ 38600 h 73065"/>
                <a:gd name="connsiteX2" fmla="*/ 135255 w 390525"/>
                <a:gd name="connsiteY2" fmla="*/ 64770 h 73065"/>
                <a:gd name="connsiteX3" fmla="*/ 201930 w 390525"/>
                <a:gd name="connsiteY3" fmla="*/ 72890 h 73065"/>
                <a:gd name="connsiteX4" fmla="*/ 272415 w 390525"/>
                <a:gd name="connsiteY4" fmla="*/ 66675 h 73065"/>
                <a:gd name="connsiteX5" fmla="*/ 329565 w 390525"/>
                <a:gd name="connsiteY5" fmla="*/ 48125 h 73065"/>
                <a:gd name="connsiteX6" fmla="*/ 390525 w 390525"/>
                <a:gd name="connsiteY6" fmla="*/ 13335 h 73065"/>
                <a:gd name="connsiteX0" fmla="*/ 0 w 390525"/>
                <a:gd name="connsiteY0" fmla="*/ 0 h 73065"/>
                <a:gd name="connsiteX1" fmla="*/ 62865 w 390525"/>
                <a:gd name="connsiteY1" fmla="*/ 48125 h 73065"/>
                <a:gd name="connsiteX2" fmla="*/ 135255 w 390525"/>
                <a:gd name="connsiteY2" fmla="*/ 64770 h 73065"/>
                <a:gd name="connsiteX3" fmla="*/ 201930 w 390525"/>
                <a:gd name="connsiteY3" fmla="*/ 72890 h 73065"/>
                <a:gd name="connsiteX4" fmla="*/ 272415 w 390525"/>
                <a:gd name="connsiteY4" fmla="*/ 66675 h 73065"/>
                <a:gd name="connsiteX5" fmla="*/ 329565 w 390525"/>
                <a:gd name="connsiteY5" fmla="*/ 48125 h 73065"/>
                <a:gd name="connsiteX6" fmla="*/ 390525 w 390525"/>
                <a:gd name="connsiteY6" fmla="*/ 13335 h 73065"/>
                <a:gd name="connsiteX0" fmla="*/ 0 w 400050"/>
                <a:gd name="connsiteY0" fmla="*/ 5715 h 59730"/>
                <a:gd name="connsiteX1" fmla="*/ 72390 w 400050"/>
                <a:gd name="connsiteY1" fmla="*/ 34790 h 59730"/>
                <a:gd name="connsiteX2" fmla="*/ 144780 w 400050"/>
                <a:gd name="connsiteY2" fmla="*/ 51435 h 59730"/>
                <a:gd name="connsiteX3" fmla="*/ 211455 w 400050"/>
                <a:gd name="connsiteY3" fmla="*/ 59555 h 59730"/>
                <a:gd name="connsiteX4" fmla="*/ 281940 w 400050"/>
                <a:gd name="connsiteY4" fmla="*/ 53340 h 59730"/>
                <a:gd name="connsiteX5" fmla="*/ 339090 w 400050"/>
                <a:gd name="connsiteY5" fmla="*/ 34790 h 59730"/>
                <a:gd name="connsiteX6" fmla="*/ 400050 w 400050"/>
                <a:gd name="connsiteY6" fmla="*/ 0 h 59730"/>
                <a:gd name="connsiteX0" fmla="*/ 0 w 400050"/>
                <a:gd name="connsiteY0" fmla="*/ 0 h 61635"/>
                <a:gd name="connsiteX1" fmla="*/ 72390 w 400050"/>
                <a:gd name="connsiteY1" fmla="*/ 36695 h 61635"/>
                <a:gd name="connsiteX2" fmla="*/ 144780 w 400050"/>
                <a:gd name="connsiteY2" fmla="*/ 53340 h 61635"/>
                <a:gd name="connsiteX3" fmla="*/ 211455 w 400050"/>
                <a:gd name="connsiteY3" fmla="*/ 61460 h 61635"/>
                <a:gd name="connsiteX4" fmla="*/ 281940 w 400050"/>
                <a:gd name="connsiteY4" fmla="*/ 55245 h 61635"/>
                <a:gd name="connsiteX5" fmla="*/ 339090 w 400050"/>
                <a:gd name="connsiteY5" fmla="*/ 36695 h 61635"/>
                <a:gd name="connsiteX6" fmla="*/ 400050 w 400050"/>
                <a:gd name="connsiteY6" fmla="*/ 1905 h 61635"/>
                <a:gd name="connsiteX0" fmla="*/ 0 w 400050"/>
                <a:gd name="connsiteY0" fmla="*/ 0 h 61635"/>
                <a:gd name="connsiteX1" fmla="*/ 72390 w 400050"/>
                <a:gd name="connsiteY1" fmla="*/ 36695 h 61635"/>
                <a:gd name="connsiteX2" fmla="*/ 146685 w 400050"/>
                <a:gd name="connsiteY2" fmla="*/ 59055 h 61635"/>
                <a:gd name="connsiteX3" fmla="*/ 211455 w 400050"/>
                <a:gd name="connsiteY3" fmla="*/ 61460 h 61635"/>
                <a:gd name="connsiteX4" fmla="*/ 281940 w 400050"/>
                <a:gd name="connsiteY4" fmla="*/ 55245 h 61635"/>
                <a:gd name="connsiteX5" fmla="*/ 339090 w 400050"/>
                <a:gd name="connsiteY5" fmla="*/ 36695 h 61635"/>
                <a:gd name="connsiteX6" fmla="*/ 400050 w 400050"/>
                <a:gd name="connsiteY6" fmla="*/ 1905 h 61635"/>
                <a:gd name="connsiteX0" fmla="*/ 0 w 400050"/>
                <a:gd name="connsiteY0" fmla="*/ 0 h 65367"/>
                <a:gd name="connsiteX1" fmla="*/ 72390 w 400050"/>
                <a:gd name="connsiteY1" fmla="*/ 36695 h 65367"/>
                <a:gd name="connsiteX2" fmla="*/ 146685 w 400050"/>
                <a:gd name="connsiteY2" fmla="*/ 59055 h 65367"/>
                <a:gd name="connsiteX3" fmla="*/ 209550 w 400050"/>
                <a:gd name="connsiteY3" fmla="*/ 65270 h 65367"/>
                <a:gd name="connsiteX4" fmla="*/ 281940 w 400050"/>
                <a:gd name="connsiteY4" fmla="*/ 55245 h 65367"/>
                <a:gd name="connsiteX5" fmla="*/ 339090 w 400050"/>
                <a:gd name="connsiteY5" fmla="*/ 36695 h 65367"/>
                <a:gd name="connsiteX6" fmla="*/ 400050 w 400050"/>
                <a:gd name="connsiteY6" fmla="*/ 1905 h 65367"/>
                <a:gd name="connsiteX0" fmla="*/ 0 w 400050"/>
                <a:gd name="connsiteY0" fmla="*/ 0 h 65367"/>
                <a:gd name="connsiteX1" fmla="*/ 72390 w 400050"/>
                <a:gd name="connsiteY1" fmla="*/ 36695 h 65367"/>
                <a:gd name="connsiteX2" fmla="*/ 133350 w 400050"/>
                <a:gd name="connsiteY2" fmla="*/ 57150 h 65367"/>
                <a:gd name="connsiteX3" fmla="*/ 209550 w 400050"/>
                <a:gd name="connsiteY3" fmla="*/ 65270 h 65367"/>
                <a:gd name="connsiteX4" fmla="*/ 281940 w 400050"/>
                <a:gd name="connsiteY4" fmla="*/ 55245 h 65367"/>
                <a:gd name="connsiteX5" fmla="*/ 339090 w 400050"/>
                <a:gd name="connsiteY5" fmla="*/ 36695 h 65367"/>
                <a:gd name="connsiteX6" fmla="*/ 400050 w 400050"/>
                <a:gd name="connsiteY6" fmla="*/ 1905 h 65367"/>
                <a:gd name="connsiteX0" fmla="*/ 0 w 400050"/>
                <a:gd name="connsiteY0" fmla="*/ 0 h 65367"/>
                <a:gd name="connsiteX1" fmla="*/ 60960 w 400050"/>
                <a:gd name="connsiteY1" fmla="*/ 32885 h 65367"/>
                <a:gd name="connsiteX2" fmla="*/ 133350 w 400050"/>
                <a:gd name="connsiteY2" fmla="*/ 57150 h 65367"/>
                <a:gd name="connsiteX3" fmla="*/ 209550 w 400050"/>
                <a:gd name="connsiteY3" fmla="*/ 65270 h 65367"/>
                <a:gd name="connsiteX4" fmla="*/ 281940 w 400050"/>
                <a:gd name="connsiteY4" fmla="*/ 55245 h 65367"/>
                <a:gd name="connsiteX5" fmla="*/ 339090 w 400050"/>
                <a:gd name="connsiteY5" fmla="*/ 36695 h 65367"/>
                <a:gd name="connsiteX6" fmla="*/ 400050 w 400050"/>
                <a:gd name="connsiteY6" fmla="*/ 1905 h 65367"/>
                <a:gd name="connsiteX0" fmla="*/ 0 w 398145"/>
                <a:gd name="connsiteY0" fmla="*/ 5715 h 63462"/>
                <a:gd name="connsiteX1" fmla="*/ 59055 w 398145"/>
                <a:gd name="connsiteY1" fmla="*/ 30980 h 63462"/>
                <a:gd name="connsiteX2" fmla="*/ 131445 w 398145"/>
                <a:gd name="connsiteY2" fmla="*/ 55245 h 63462"/>
                <a:gd name="connsiteX3" fmla="*/ 207645 w 398145"/>
                <a:gd name="connsiteY3" fmla="*/ 63365 h 63462"/>
                <a:gd name="connsiteX4" fmla="*/ 280035 w 398145"/>
                <a:gd name="connsiteY4" fmla="*/ 53340 h 63462"/>
                <a:gd name="connsiteX5" fmla="*/ 337185 w 398145"/>
                <a:gd name="connsiteY5" fmla="*/ 34790 h 63462"/>
                <a:gd name="connsiteX6" fmla="*/ 398145 w 398145"/>
                <a:gd name="connsiteY6" fmla="*/ 0 h 63462"/>
                <a:gd name="connsiteX0" fmla="*/ 0 w 398145"/>
                <a:gd name="connsiteY0" fmla="*/ 5715 h 63462"/>
                <a:gd name="connsiteX1" fmla="*/ 62865 w 398145"/>
                <a:gd name="connsiteY1" fmla="*/ 40505 h 63462"/>
                <a:gd name="connsiteX2" fmla="*/ 131445 w 398145"/>
                <a:gd name="connsiteY2" fmla="*/ 55245 h 63462"/>
                <a:gd name="connsiteX3" fmla="*/ 207645 w 398145"/>
                <a:gd name="connsiteY3" fmla="*/ 63365 h 63462"/>
                <a:gd name="connsiteX4" fmla="*/ 280035 w 398145"/>
                <a:gd name="connsiteY4" fmla="*/ 53340 h 63462"/>
                <a:gd name="connsiteX5" fmla="*/ 337185 w 398145"/>
                <a:gd name="connsiteY5" fmla="*/ 34790 h 63462"/>
                <a:gd name="connsiteX6" fmla="*/ 398145 w 398145"/>
                <a:gd name="connsiteY6" fmla="*/ 0 h 63462"/>
                <a:gd name="connsiteX0" fmla="*/ 0 w 398145"/>
                <a:gd name="connsiteY0" fmla="*/ 5715 h 63462"/>
                <a:gd name="connsiteX1" fmla="*/ 64770 w 398145"/>
                <a:gd name="connsiteY1" fmla="*/ 36695 h 63462"/>
                <a:gd name="connsiteX2" fmla="*/ 131445 w 398145"/>
                <a:gd name="connsiteY2" fmla="*/ 55245 h 63462"/>
                <a:gd name="connsiteX3" fmla="*/ 207645 w 398145"/>
                <a:gd name="connsiteY3" fmla="*/ 63365 h 63462"/>
                <a:gd name="connsiteX4" fmla="*/ 280035 w 398145"/>
                <a:gd name="connsiteY4" fmla="*/ 53340 h 63462"/>
                <a:gd name="connsiteX5" fmla="*/ 337185 w 398145"/>
                <a:gd name="connsiteY5" fmla="*/ 34790 h 63462"/>
                <a:gd name="connsiteX6" fmla="*/ 398145 w 398145"/>
                <a:gd name="connsiteY6" fmla="*/ 0 h 63462"/>
                <a:gd name="connsiteX0" fmla="*/ 0 w 398145"/>
                <a:gd name="connsiteY0" fmla="*/ 5715 h 63462"/>
                <a:gd name="connsiteX1" fmla="*/ 64770 w 398145"/>
                <a:gd name="connsiteY1" fmla="*/ 36695 h 63462"/>
                <a:gd name="connsiteX2" fmla="*/ 133350 w 398145"/>
                <a:gd name="connsiteY2" fmla="*/ 57150 h 63462"/>
                <a:gd name="connsiteX3" fmla="*/ 207645 w 398145"/>
                <a:gd name="connsiteY3" fmla="*/ 63365 h 63462"/>
                <a:gd name="connsiteX4" fmla="*/ 280035 w 398145"/>
                <a:gd name="connsiteY4" fmla="*/ 53340 h 63462"/>
                <a:gd name="connsiteX5" fmla="*/ 337185 w 398145"/>
                <a:gd name="connsiteY5" fmla="*/ 34790 h 63462"/>
                <a:gd name="connsiteX6" fmla="*/ 398145 w 398145"/>
                <a:gd name="connsiteY6" fmla="*/ 0 h 63462"/>
                <a:gd name="connsiteX0" fmla="*/ 0 w 398145"/>
                <a:gd name="connsiteY0" fmla="*/ 5715 h 63462"/>
                <a:gd name="connsiteX1" fmla="*/ 57150 w 398145"/>
                <a:gd name="connsiteY1" fmla="*/ 36695 h 63462"/>
                <a:gd name="connsiteX2" fmla="*/ 133350 w 398145"/>
                <a:gd name="connsiteY2" fmla="*/ 57150 h 63462"/>
                <a:gd name="connsiteX3" fmla="*/ 207645 w 398145"/>
                <a:gd name="connsiteY3" fmla="*/ 63365 h 63462"/>
                <a:gd name="connsiteX4" fmla="*/ 280035 w 398145"/>
                <a:gd name="connsiteY4" fmla="*/ 53340 h 63462"/>
                <a:gd name="connsiteX5" fmla="*/ 337185 w 398145"/>
                <a:gd name="connsiteY5" fmla="*/ 34790 h 63462"/>
                <a:gd name="connsiteX6" fmla="*/ 398145 w 398145"/>
                <a:gd name="connsiteY6" fmla="*/ 0 h 63462"/>
                <a:gd name="connsiteX0" fmla="*/ 0 w 398145"/>
                <a:gd name="connsiteY0" fmla="*/ 5715 h 63462"/>
                <a:gd name="connsiteX1" fmla="*/ 57150 w 398145"/>
                <a:gd name="connsiteY1" fmla="*/ 36695 h 63462"/>
                <a:gd name="connsiteX2" fmla="*/ 133350 w 398145"/>
                <a:gd name="connsiteY2" fmla="*/ 57150 h 63462"/>
                <a:gd name="connsiteX3" fmla="*/ 207645 w 398145"/>
                <a:gd name="connsiteY3" fmla="*/ 63365 h 63462"/>
                <a:gd name="connsiteX4" fmla="*/ 280035 w 398145"/>
                <a:gd name="connsiteY4" fmla="*/ 53340 h 63462"/>
                <a:gd name="connsiteX5" fmla="*/ 346710 w 398145"/>
                <a:gd name="connsiteY5" fmla="*/ 34790 h 63462"/>
                <a:gd name="connsiteX6" fmla="*/ 398145 w 398145"/>
                <a:gd name="connsiteY6" fmla="*/ 0 h 63462"/>
                <a:gd name="connsiteX0" fmla="*/ 0 w 398145"/>
                <a:gd name="connsiteY0" fmla="*/ 5715 h 63570"/>
                <a:gd name="connsiteX1" fmla="*/ 57150 w 398145"/>
                <a:gd name="connsiteY1" fmla="*/ 36695 h 63570"/>
                <a:gd name="connsiteX2" fmla="*/ 133350 w 398145"/>
                <a:gd name="connsiteY2" fmla="*/ 57150 h 63570"/>
                <a:gd name="connsiteX3" fmla="*/ 207645 w 398145"/>
                <a:gd name="connsiteY3" fmla="*/ 63365 h 63570"/>
                <a:gd name="connsiteX4" fmla="*/ 283845 w 398145"/>
                <a:gd name="connsiteY4" fmla="*/ 57150 h 63570"/>
                <a:gd name="connsiteX5" fmla="*/ 346710 w 398145"/>
                <a:gd name="connsiteY5" fmla="*/ 34790 h 63570"/>
                <a:gd name="connsiteX6" fmla="*/ 398145 w 398145"/>
                <a:gd name="connsiteY6" fmla="*/ 0 h 63570"/>
                <a:gd name="connsiteX0" fmla="*/ 0 w 403860"/>
                <a:gd name="connsiteY0" fmla="*/ 0 h 57855"/>
                <a:gd name="connsiteX1" fmla="*/ 57150 w 403860"/>
                <a:gd name="connsiteY1" fmla="*/ 30980 h 57855"/>
                <a:gd name="connsiteX2" fmla="*/ 133350 w 403860"/>
                <a:gd name="connsiteY2" fmla="*/ 51435 h 57855"/>
                <a:gd name="connsiteX3" fmla="*/ 207645 w 403860"/>
                <a:gd name="connsiteY3" fmla="*/ 57650 h 57855"/>
                <a:gd name="connsiteX4" fmla="*/ 283845 w 403860"/>
                <a:gd name="connsiteY4" fmla="*/ 51435 h 57855"/>
                <a:gd name="connsiteX5" fmla="*/ 346710 w 403860"/>
                <a:gd name="connsiteY5" fmla="*/ 29075 h 57855"/>
                <a:gd name="connsiteX6" fmla="*/ 403860 w 403860"/>
                <a:gd name="connsiteY6" fmla="*/ 1905 h 57855"/>
                <a:gd name="connsiteX0" fmla="*/ 0 w 401955"/>
                <a:gd name="connsiteY0" fmla="*/ 0 h 57855"/>
                <a:gd name="connsiteX1" fmla="*/ 57150 w 401955"/>
                <a:gd name="connsiteY1" fmla="*/ 30980 h 57855"/>
                <a:gd name="connsiteX2" fmla="*/ 133350 w 401955"/>
                <a:gd name="connsiteY2" fmla="*/ 51435 h 57855"/>
                <a:gd name="connsiteX3" fmla="*/ 207645 w 401955"/>
                <a:gd name="connsiteY3" fmla="*/ 57650 h 57855"/>
                <a:gd name="connsiteX4" fmla="*/ 283845 w 401955"/>
                <a:gd name="connsiteY4" fmla="*/ 51435 h 57855"/>
                <a:gd name="connsiteX5" fmla="*/ 346710 w 401955"/>
                <a:gd name="connsiteY5" fmla="*/ 29075 h 57855"/>
                <a:gd name="connsiteX6" fmla="*/ 401955 w 401955"/>
                <a:gd name="connsiteY6" fmla="*/ 0 h 57855"/>
                <a:gd name="connsiteX0" fmla="*/ 0 w 401955"/>
                <a:gd name="connsiteY0" fmla="*/ 0 h 57855"/>
                <a:gd name="connsiteX1" fmla="*/ 57150 w 401955"/>
                <a:gd name="connsiteY1" fmla="*/ 30980 h 57855"/>
                <a:gd name="connsiteX2" fmla="*/ 133350 w 401955"/>
                <a:gd name="connsiteY2" fmla="*/ 51435 h 57855"/>
                <a:gd name="connsiteX3" fmla="*/ 207645 w 401955"/>
                <a:gd name="connsiteY3" fmla="*/ 57650 h 57855"/>
                <a:gd name="connsiteX4" fmla="*/ 283845 w 401955"/>
                <a:gd name="connsiteY4" fmla="*/ 51435 h 57855"/>
                <a:gd name="connsiteX5" fmla="*/ 342900 w 401955"/>
                <a:gd name="connsiteY5" fmla="*/ 29075 h 57855"/>
                <a:gd name="connsiteX6" fmla="*/ 401955 w 401955"/>
                <a:gd name="connsiteY6" fmla="*/ 0 h 57855"/>
                <a:gd name="connsiteX0" fmla="*/ 0 w 401955"/>
                <a:gd name="connsiteY0" fmla="*/ 0 h 57825"/>
                <a:gd name="connsiteX1" fmla="*/ 57150 w 401955"/>
                <a:gd name="connsiteY1" fmla="*/ 30980 h 57825"/>
                <a:gd name="connsiteX2" fmla="*/ 133350 w 401955"/>
                <a:gd name="connsiteY2" fmla="*/ 51435 h 57825"/>
                <a:gd name="connsiteX3" fmla="*/ 207645 w 401955"/>
                <a:gd name="connsiteY3" fmla="*/ 57650 h 57825"/>
                <a:gd name="connsiteX4" fmla="*/ 283845 w 401955"/>
                <a:gd name="connsiteY4" fmla="*/ 51435 h 57825"/>
                <a:gd name="connsiteX5" fmla="*/ 340995 w 401955"/>
                <a:gd name="connsiteY5" fmla="*/ 32885 h 57825"/>
                <a:gd name="connsiteX6" fmla="*/ 401955 w 401955"/>
                <a:gd name="connsiteY6" fmla="*/ 0 h 57825"/>
                <a:gd name="connsiteX0" fmla="*/ 0 w 403860"/>
                <a:gd name="connsiteY0" fmla="*/ 0 h 57825"/>
                <a:gd name="connsiteX1" fmla="*/ 57150 w 403860"/>
                <a:gd name="connsiteY1" fmla="*/ 30980 h 57825"/>
                <a:gd name="connsiteX2" fmla="*/ 133350 w 403860"/>
                <a:gd name="connsiteY2" fmla="*/ 51435 h 57825"/>
                <a:gd name="connsiteX3" fmla="*/ 207645 w 403860"/>
                <a:gd name="connsiteY3" fmla="*/ 57650 h 57825"/>
                <a:gd name="connsiteX4" fmla="*/ 283845 w 403860"/>
                <a:gd name="connsiteY4" fmla="*/ 51435 h 57825"/>
                <a:gd name="connsiteX5" fmla="*/ 340995 w 403860"/>
                <a:gd name="connsiteY5" fmla="*/ 32885 h 57825"/>
                <a:gd name="connsiteX6" fmla="*/ 403860 w 403860"/>
                <a:gd name="connsiteY6" fmla="*/ 5715 h 57825"/>
                <a:gd name="connsiteX0" fmla="*/ 0 w 403860"/>
                <a:gd name="connsiteY0" fmla="*/ 0 h 57825"/>
                <a:gd name="connsiteX1" fmla="*/ 57150 w 403860"/>
                <a:gd name="connsiteY1" fmla="*/ 30980 h 57825"/>
                <a:gd name="connsiteX2" fmla="*/ 133350 w 403860"/>
                <a:gd name="connsiteY2" fmla="*/ 51435 h 57825"/>
                <a:gd name="connsiteX3" fmla="*/ 207645 w 403860"/>
                <a:gd name="connsiteY3" fmla="*/ 57650 h 57825"/>
                <a:gd name="connsiteX4" fmla="*/ 283845 w 403860"/>
                <a:gd name="connsiteY4" fmla="*/ 51435 h 57825"/>
                <a:gd name="connsiteX5" fmla="*/ 340995 w 403860"/>
                <a:gd name="connsiteY5" fmla="*/ 32885 h 57825"/>
                <a:gd name="connsiteX6" fmla="*/ 403860 w 403860"/>
                <a:gd name="connsiteY6" fmla="*/ 1905 h 57825"/>
                <a:gd name="connsiteX0" fmla="*/ 0 w 407053"/>
                <a:gd name="connsiteY0" fmla="*/ 127 h 57952"/>
                <a:gd name="connsiteX1" fmla="*/ 57150 w 407053"/>
                <a:gd name="connsiteY1" fmla="*/ 31107 h 57952"/>
                <a:gd name="connsiteX2" fmla="*/ 133350 w 407053"/>
                <a:gd name="connsiteY2" fmla="*/ 51562 h 57952"/>
                <a:gd name="connsiteX3" fmla="*/ 207645 w 407053"/>
                <a:gd name="connsiteY3" fmla="*/ 57777 h 57952"/>
                <a:gd name="connsiteX4" fmla="*/ 283845 w 407053"/>
                <a:gd name="connsiteY4" fmla="*/ 51562 h 57952"/>
                <a:gd name="connsiteX5" fmla="*/ 340995 w 407053"/>
                <a:gd name="connsiteY5" fmla="*/ 33012 h 57952"/>
                <a:gd name="connsiteX6" fmla="*/ 407053 w 407053"/>
                <a:gd name="connsiteY6" fmla="*/ 0 h 57952"/>
                <a:gd name="connsiteX0" fmla="*/ 0 w 413438"/>
                <a:gd name="connsiteY0" fmla="*/ 0 h 61888"/>
                <a:gd name="connsiteX1" fmla="*/ 63535 w 413438"/>
                <a:gd name="connsiteY1" fmla="*/ 35043 h 61888"/>
                <a:gd name="connsiteX2" fmla="*/ 139735 w 413438"/>
                <a:gd name="connsiteY2" fmla="*/ 55498 h 61888"/>
                <a:gd name="connsiteX3" fmla="*/ 214030 w 413438"/>
                <a:gd name="connsiteY3" fmla="*/ 61713 h 61888"/>
                <a:gd name="connsiteX4" fmla="*/ 290230 w 413438"/>
                <a:gd name="connsiteY4" fmla="*/ 55498 h 61888"/>
                <a:gd name="connsiteX5" fmla="*/ 347380 w 413438"/>
                <a:gd name="connsiteY5" fmla="*/ 36948 h 61888"/>
                <a:gd name="connsiteX6" fmla="*/ 413438 w 413438"/>
                <a:gd name="connsiteY6" fmla="*/ 3936 h 61888"/>
                <a:gd name="connsiteX0" fmla="*/ 0 w 410245"/>
                <a:gd name="connsiteY0" fmla="*/ 0 h 65951"/>
                <a:gd name="connsiteX1" fmla="*/ 60342 w 410245"/>
                <a:gd name="connsiteY1" fmla="*/ 39106 h 65951"/>
                <a:gd name="connsiteX2" fmla="*/ 136542 w 410245"/>
                <a:gd name="connsiteY2" fmla="*/ 59561 h 65951"/>
                <a:gd name="connsiteX3" fmla="*/ 210837 w 410245"/>
                <a:gd name="connsiteY3" fmla="*/ 65776 h 65951"/>
                <a:gd name="connsiteX4" fmla="*/ 287037 w 410245"/>
                <a:gd name="connsiteY4" fmla="*/ 59561 h 65951"/>
                <a:gd name="connsiteX5" fmla="*/ 344187 w 410245"/>
                <a:gd name="connsiteY5" fmla="*/ 41011 h 65951"/>
                <a:gd name="connsiteX6" fmla="*/ 410245 w 410245"/>
                <a:gd name="connsiteY6" fmla="*/ 7999 h 65951"/>
                <a:gd name="connsiteX0" fmla="*/ 0 w 411841"/>
                <a:gd name="connsiteY0" fmla="*/ 0 h 65951"/>
                <a:gd name="connsiteX1" fmla="*/ 60342 w 411841"/>
                <a:gd name="connsiteY1" fmla="*/ 39106 h 65951"/>
                <a:gd name="connsiteX2" fmla="*/ 136542 w 411841"/>
                <a:gd name="connsiteY2" fmla="*/ 59561 h 65951"/>
                <a:gd name="connsiteX3" fmla="*/ 210837 w 411841"/>
                <a:gd name="connsiteY3" fmla="*/ 65776 h 65951"/>
                <a:gd name="connsiteX4" fmla="*/ 287037 w 411841"/>
                <a:gd name="connsiteY4" fmla="*/ 59561 h 65951"/>
                <a:gd name="connsiteX5" fmla="*/ 344187 w 411841"/>
                <a:gd name="connsiteY5" fmla="*/ 41011 h 65951"/>
                <a:gd name="connsiteX6" fmla="*/ 411841 w 411841"/>
                <a:gd name="connsiteY6" fmla="*/ 3936 h 65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1841" h="65951">
                  <a:moveTo>
                    <a:pt x="0" y="0"/>
                  </a:moveTo>
                  <a:cubicBezTo>
                    <a:pt x="10160" y="6433"/>
                    <a:pt x="39387" y="28946"/>
                    <a:pt x="60342" y="39106"/>
                  </a:cubicBezTo>
                  <a:cubicBezTo>
                    <a:pt x="81297" y="49266"/>
                    <a:pt x="111460" y="55116"/>
                    <a:pt x="136542" y="59561"/>
                  </a:cubicBezTo>
                  <a:cubicBezTo>
                    <a:pt x="161624" y="64006"/>
                    <a:pt x="186390" y="64824"/>
                    <a:pt x="210837" y="65776"/>
                  </a:cubicBezTo>
                  <a:cubicBezTo>
                    <a:pt x="235284" y="66728"/>
                    <a:pt x="264812" y="63688"/>
                    <a:pt x="287037" y="59561"/>
                  </a:cubicBezTo>
                  <a:cubicBezTo>
                    <a:pt x="309262" y="55434"/>
                    <a:pt x="324502" y="49901"/>
                    <a:pt x="344187" y="41011"/>
                  </a:cubicBezTo>
                  <a:cubicBezTo>
                    <a:pt x="363872" y="32121"/>
                    <a:pt x="401681" y="9734"/>
                    <a:pt x="411841" y="393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946613" y="1160872"/>
            <a:ext cx="434246" cy="442574"/>
            <a:chOff x="2838726" y="1021080"/>
            <a:chExt cx="459258" cy="468066"/>
          </a:xfrm>
          <a:solidFill>
            <a:schemeClr val="bg1"/>
          </a:solidFill>
        </p:grpSpPr>
        <p:sp>
          <p:nvSpPr>
            <p:cNvPr id="23" name="Diamond 22"/>
            <p:cNvSpPr/>
            <p:nvPr/>
          </p:nvSpPr>
          <p:spPr>
            <a:xfrm>
              <a:off x="2838726" y="1021080"/>
              <a:ext cx="459258" cy="468066"/>
            </a:xfrm>
            <a:prstGeom prst="diamond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tIns="7200" rIns="7200" bIns="7200" rtlCol="0" anchor="ctr"/>
            <a:lstStyle/>
            <a:p>
              <a:pPr algn="ctr"/>
              <a:endParaRPr lang="en-AU"/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2976880" y="1164226"/>
              <a:ext cx="177801" cy="176894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2983231" y="1164226"/>
              <a:ext cx="171450" cy="176894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2944038" y="1887035"/>
            <a:ext cx="434246" cy="442574"/>
            <a:chOff x="2836151" y="1747243"/>
            <a:chExt cx="459258" cy="468066"/>
          </a:xfrm>
          <a:solidFill>
            <a:schemeClr val="bg1"/>
          </a:solidFill>
        </p:grpSpPr>
        <p:sp>
          <p:nvSpPr>
            <p:cNvPr id="42" name="Diamond 41"/>
            <p:cNvSpPr/>
            <p:nvPr/>
          </p:nvSpPr>
          <p:spPr>
            <a:xfrm>
              <a:off x="2836151" y="1747243"/>
              <a:ext cx="459258" cy="468066"/>
            </a:xfrm>
            <a:prstGeom prst="diamond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tIns="7200" rIns="7200" bIns="7200" rtlCol="0" anchor="ctr"/>
            <a:lstStyle/>
            <a:p>
              <a:pPr algn="ctr"/>
              <a:endParaRPr lang="en-AU"/>
            </a:p>
          </p:txBody>
        </p:sp>
        <p:sp>
          <p:nvSpPr>
            <p:cNvPr id="30" name="Oval 29"/>
            <p:cNvSpPr/>
            <p:nvPr/>
          </p:nvSpPr>
          <p:spPr>
            <a:xfrm>
              <a:off x="2942823" y="1855097"/>
              <a:ext cx="245914" cy="245914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2944038" y="2655073"/>
            <a:ext cx="434246" cy="442574"/>
            <a:chOff x="2836151" y="2469414"/>
            <a:chExt cx="459258" cy="468066"/>
          </a:xfrm>
          <a:solidFill>
            <a:schemeClr val="bg1"/>
          </a:solidFill>
        </p:grpSpPr>
        <p:sp>
          <p:nvSpPr>
            <p:cNvPr id="44" name="Diamond 43"/>
            <p:cNvSpPr/>
            <p:nvPr/>
          </p:nvSpPr>
          <p:spPr>
            <a:xfrm>
              <a:off x="2836151" y="2469414"/>
              <a:ext cx="459258" cy="468066"/>
            </a:xfrm>
            <a:prstGeom prst="diamond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tIns="7200" rIns="7200" bIns="7200" rtlCol="0" anchor="ctr"/>
            <a:lstStyle/>
            <a:p>
              <a:pPr algn="ctr"/>
              <a:endParaRPr lang="en-AU"/>
            </a:p>
          </p:txBody>
        </p:sp>
        <p:cxnSp>
          <p:nvCxnSpPr>
            <p:cNvPr id="47" name="Straight Connector 46"/>
            <p:cNvCxnSpPr/>
            <p:nvPr/>
          </p:nvCxnSpPr>
          <p:spPr>
            <a:xfrm flipH="1">
              <a:off x="2943490" y="2703950"/>
              <a:ext cx="245364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3067685" y="2581535"/>
              <a:ext cx="0" cy="25525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4425419" y="2055595"/>
            <a:ext cx="639799" cy="436779"/>
            <a:chOff x="4062683" y="2477961"/>
            <a:chExt cx="639799" cy="436779"/>
          </a:xfrm>
        </p:grpSpPr>
        <p:sp>
          <p:nvSpPr>
            <p:cNvPr id="71" name="Rounded Rectangle 70"/>
            <p:cNvSpPr/>
            <p:nvPr/>
          </p:nvSpPr>
          <p:spPr>
            <a:xfrm>
              <a:off x="4062683" y="2477961"/>
              <a:ext cx="639799" cy="43677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AU" sz="800" dirty="0">
                  <a:solidFill>
                    <a:schemeClr val="tx1"/>
                  </a:solidFill>
                </a:rPr>
                <a:t>Call Activity</a:t>
              </a:r>
              <a:endParaRPr lang="en-AU" sz="900" dirty="0">
                <a:solidFill>
                  <a:schemeClr val="tx1"/>
                </a:solidFill>
              </a:endParaRPr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4351098" y="2823680"/>
              <a:ext cx="81966" cy="81966"/>
              <a:chOff x="4503498" y="2347503"/>
              <a:chExt cx="81966" cy="81966"/>
            </a:xfrm>
          </p:grpSpPr>
          <p:cxnSp>
            <p:nvCxnSpPr>
              <p:cNvPr id="87" name="Straight Connector 86"/>
              <p:cNvCxnSpPr/>
              <p:nvPr/>
            </p:nvCxnSpPr>
            <p:spPr>
              <a:xfrm>
                <a:off x="4544596" y="2359058"/>
                <a:ext cx="0" cy="6088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flipH="1">
                <a:off x="4512908" y="2388987"/>
                <a:ext cx="633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Rectangle 88"/>
              <p:cNvSpPr/>
              <p:nvPr/>
            </p:nvSpPr>
            <p:spPr>
              <a:xfrm>
                <a:off x="4503498" y="2347503"/>
                <a:ext cx="81966" cy="8196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</p:grpSp>
      <p:grpSp>
        <p:nvGrpSpPr>
          <p:cNvPr id="11" name="Group 10"/>
          <p:cNvGrpSpPr/>
          <p:nvPr/>
        </p:nvGrpSpPr>
        <p:grpSpPr>
          <a:xfrm>
            <a:off x="4417799" y="2622082"/>
            <a:ext cx="639799" cy="436779"/>
            <a:chOff x="4062683" y="3158900"/>
            <a:chExt cx="639799" cy="436779"/>
          </a:xfrm>
        </p:grpSpPr>
        <p:sp>
          <p:nvSpPr>
            <p:cNvPr id="72" name="Rounded Rectangle 71"/>
            <p:cNvSpPr/>
            <p:nvPr/>
          </p:nvSpPr>
          <p:spPr>
            <a:xfrm>
              <a:off x="4062683" y="3158900"/>
              <a:ext cx="639799" cy="43677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AU" sz="800" dirty="0">
                  <a:solidFill>
                    <a:schemeClr val="tx1"/>
                  </a:solidFill>
                </a:rPr>
                <a:t>Event sub-process</a:t>
              </a:r>
              <a:endParaRPr lang="en-AU" sz="900" dirty="0">
                <a:solidFill>
                  <a:schemeClr val="tx1"/>
                </a:solidFill>
              </a:endParaRPr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4351098" y="3512447"/>
              <a:ext cx="81966" cy="81966"/>
              <a:chOff x="4503498" y="2347503"/>
              <a:chExt cx="81966" cy="81966"/>
            </a:xfrm>
          </p:grpSpPr>
          <p:cxnSp>
            <p:nvCxnSpPr>
              <p:cNvPr id="92" name="Straight Connector 91"/>
              <p:cNvCxnSpPr/>
              <p:nvPr/>
            </p:nvCxnSpPr>
            <p:spPr>
              <a:xfrm>
                <a:off x="4544596" y="2359058"/>
                <a:ext cx="0" cy="6088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flipH="1">
                <a:off x="4512908" y="2388987"/>
                <a:ext cx="633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Rectangle 93"/>
              <p:cNvSpPr/>
              <p:nvPr/>
            </p:nvSpPr>
            <p:spPr>
              <a:xfrm>
                <a:off x="4503498" y="2347503"/>
                <a:ext cx="81966" cy="8196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4411573" y="3183374"/>
            <a:ext cx="667260" cy="468934"/>
            <a:chOff x="4048952" y="3791266"/>
            <a:chExt cx="667260" cy="468934"/>
          </a:xfrm>
        </p:grpSpPr>
        <p:grpSp>
          <p:nvGrpSpPr>
            <p:cNvPr id="81" name="Group 80"/>
            <p:cNvGrpSpPr/>
            <p:nvPr/>
          </p:nvGrpSpPr>
          <p:grpSpPr>
            <a:xfrm>
              <a:off x="4048952" y="3791266"/>
              <a:ext cx="667260" cy="468591"/>
              <a:chOff x="4048952" y="3791266"/>
              <a:chExt cx="667260" cy="468591"/>
            </a:xfrm>
            <a:solidFill>
              <a:schemeClr val="bg1"/>
            </a:solidFill>
          </p:grpSpPr>
          <p:sp>
            <p:nvSpPr>
              <p:cNvPr id="99" name="Rounded Rectangle 98"/>
              <p:cNvSpPr/>
              <p:nvPr/>
            </p:nvSpPr>
            <p:spPr>
              <a:xfrm>
                <a:off x="4048952" y="3791266"/>
                <a:ext cx="667260" cy="468591"/>
              </a:xfrm>
              <a:prstGeom prst="roundRect">
                <a:avLst>
                  <a:gd name="adj" fmla="val 18293"/>
                </a:avLst>
              </a:prstGeom>
              <a:grpFill/>
              <a:ln w="63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en-AU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Rounded Rectangle 72"/>
              <p:cNvSpPr/>
              <p:nvPr/>
            </p:nvSpPr>
            <p:spPr>
              <a:xfrm>
                <a:off x="4070985" y="3814903"/>
                <a:ext cx="623877" cy="423067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AU" sz="800" dirty="0">
                    <a:solidFill>
                      <a:schemeClr val="tx1"/>
                    </a:solidFill>
                  </a:rPr>
                  <a:t>Transaction</a:t>
                </a:r>
                <a:endParaRPr lang="en-AU" sz="9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5" name="Group 94"/>
            <p:cNvGrpSpPr/>
            <p:nvPr/>
          </p:nvGrpSpPr>
          <p:grpSpPr>
            <a:xfrm>
              <a:off x="4343640" y="4178234"/>
              <a:ext cx="81966" cy="81966"/>
              <a:chOff x="4503498" y="2347503"/>
              <a:chExt cx="81966" cy="81966"/>
            </a:xfrm>
            <a:solidFill>
              <a:schemeClr val="bg1"/>
            </a:solidFill>
          </p:grpSpPr>
          <p:sp>
            <p:nvSpPr>
              <p:cNvPr id="98" name="Rectangle 97"/>
              <p:cNvSpPr/>
              <p:nvPr/>
            </p:nvSpPr>
            <p:spPr>
              <a:xfrm>
                <a:off x="4503498" y="2347503"/>
                <a:ext cx="81966" cy="81966"/>
              </a:xfrm>
              <a:prstGeom prst="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96" name="Straight Connector 95"/>
              <p:cNvCxnSpPr/>
              <p:nvPr/>
            </p:nvCxnSpPr>
            <p:spPr>
              <a:xfrm>
                <a:off x="4544596" y="2359058"/>
                <a:ext cx="0" cy="60884"/>
              </a:xfrm>
              <a:prstGeom prst="line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flipH="1">
                <a:off x="4512908" y="2388987"/>
                <a:ext cx="63375" cy="0"/>
              </a:xfrm>
              <a:prstGeom prst="line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1" name="Oval 100"/>
          <p:cNvSpPr/>
          <p:nvPr/>
        </p:nvSpPr>
        <p:spPr>
          <a:xfrm>
            <a:off x="6480137" y="1088400"/>
            <a:ext cx="318348" cy="3183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3" name="TextBox 82"/>
          <p:cNvSpPr txBox="1"/>
          <p:nvPr/>
        </p:nvSpPr>
        <p:spPr>
          <a:xfrm>
            <a:off x="6931802" y="504015"/>
            <a:ext cx="7337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i="1" dirty="0">
                <a:solidFill>
                  <a:srgbClr val="CB6B45"/>
                </a:solidFill>
              </a:rPr>
              <a:t>Events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73755" y="495472"/>
            <a:ext cx="962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i="1" dirty="0">
                <a:solidFill>
                  <a:srgbClr val="CB6B45"/>
                </a:solidFill>
              </a:rPr>
              <a:t>Activities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22984" y="479137"/>
            <a:ext cx="1030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i="1" dirty="0">
                <a:solidFill>
                  <a:srgbClr val="CB6B45"/>
                </a:solidFill>
              </a:rPr>
              <a:t>Gateways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18" y="496143"/>
            <a:ext cx="12027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i="1" dirty="0">
                <a:solidFill>
                  <a:srgbClr val="CB6B45"/>
                </a:solidFill>
              </a:rPr>
              <a:t>Participants</a:t>
            </a:r>
          </a:p>
        </p:txBody>
      </p:sp>
      <p:sp>
        <p:nvSpPr>
          <p:cNvPr id="107" name="Oval 106"/>
          <p:cNvSpPr/>
          <p:nvPr/>
        </p:nvSpPr>
        <p:spPr>
          <a:xfrm>
            <a:off x="7760264" y="1075622"/>
            <a:ext cx="317241" cy="317241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8" name="Oval 107"/>
          <p:cNvSpPr/>
          <p:nvPr/>
        </p:nvSpPr>
        <p:spPr>
          <a:xfrm>
            <a:off x="6481279" y="1572328"/>
            <a:ext cx="318348" cy="31834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02" name="Group 101"/>
          <p:cNvGrpSpPr/>
          <p:nvPr/>
        </p:nvGrpSpPr>
        <p:grpSpPr>
          <a:xfrm>
            <a:off x="7042421" y="1075678"/>
            <a:ext cx="331070" cy="331070"/>
            <a:chOff x="6255940" y="1291590"/>
            <a:chExt cx="331070" cy="331070"/>
          </a:xfrm>
          <a:solidFill>
            <a:schemeClr val="bg1"/>
          </a:solidFill>
        </p:grpSpPr>
        <p:sp>
          <p:nvSpPr>
            <p:cNvPr id="115" name="Oval 114"/>
            <p:cNvSpPr/>
            <p:nvPr/>
          </p:nvSpPr>
          <p:spPr>
            <a:xfrm>
              <a:off x="6255940" y="1291590"/>
              <a:ext cx="331070" cy="33107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6" name="Oval 115"/>
            <p:cNvSpPr/>
            <p:nvPr/>
          </p:nvSpPr>
          <p:spPr>
            <a:xfrm>
              <a:off x="6286928" y="1322331"/>
              <a:ext cx="267700" cy="2677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500" dirty="0"/>
            </a:p>
          </p:txBody>
        </p:sp>
      </p:grpSp>
      <p:grpSp>
        <p:nvGrpSpPr>
          <p:cNvPr id="166" name="Group 165"/>
          <p:cNvGrpSpPr/>
          <p:nvPr/>
        </p:nvGrpSpPr>
        <p:grpSpPr>
          <a:xfrm>
            <a:off x="7041696" y="1563207"/>
            <a:ext cx="331126" cy="331126"/>
            <a:chOff x="7045034" y="1295078"/>
            <a:chExt cx="331126" cy="331126"/>
          </a:xfrm>
          <a:solidFill>
            <a:schemeClr val="bg1"/>
          </a:solidFill>
        </p:grpSpPr>
        <p:sp>
          <p:nvSpPr>
            <p:cNvPr id="167" name="Oval 166"/>
            <p:cNvSpPr/>
            <p:nvPr/>
          </p:nvSpPr>
          <p:spPr>
            <a:xfrm>
              <a:off x="7045034" y="1295078"/>
              <a:ext cx="331126" cy="331126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9" name="Oval 168"/>
            <p:cNvSpPr/>
            <p:nvPr/>
          </p:nvSpPr>
          <p:spPr>
            <a:xfrm>
              <a:off x="7079641" y="1329685"/>
              <a:ext cx="261911" cy="261911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cxnSp>
        <p:nvCxnSpPr>
          <p:cNvPr id="205" name="Elbow Connector 204"/>
          <p:cNvCxnSpPr/>
          <p:nvPr/>
        </p:nvCxnSpPr>
        <p:spPr>
          <a:xfrm>
            <a:off x="9556381" y="1236429"/>
            <a:ext cx="525780" cy="40233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lbow Connector 207"/>
          <p:cNvCxnSpPr/>
          <p:nvPr/>
        </p:nvCxnSpPr>
        <p:spPr>
          <a:xfrm>
            <a:off x="9594832" y="2116692"/>
            <a:ext cx="525780" cy="402335"/>
          </a:xfrm>
          <a:prstGeom prst="bentConnector3">
            <a:avLst/>
          </a:prstGeom>
          <a:ln w="12700">
            <a:solidFill>
              <a:schemeClr val="tx1"/>
            </a:solidFill>
            <a:prstDash val="sys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Elbow Connector 208"/>
          <p:cNvCxnSpPr/>
          <p:nvPr/>
        </p:nvCxnSpPr>
        <p:spPr>
          <a:xfrm>
            <a:off x="9594832" y="2993890"/>
            <a:ext cx="525780" cy="402335"/>
          </a:xfrm>
          <a:prstGeom prst="bentConnector3">
            <a:avLst/>
          </a:prstGeom>
          <a:ln w="12700">
            <a:solidFill>
              <a:schemeClr val="tx1"/>
            </a:solidFill>
            <a:prstDash val="sys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9252737" y="580893"/>
            <a:ext cx="1133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i="1" dirty="0">
                <a:solidFill>
                  <a:srgbClr val="CB6B45"/>
                </a:solidFill>
              </a:rPr>
              <a:t>Connectors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5874" y="857514"/>
            <a:ext cx="36151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900" dirty="0"/>
              <a:t>Start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99525" y="851675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900" dirty="0"/>
              <a:t>Intermediate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731923" y="851675"/>
            <a:ext cx="36151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900" dirty="0"/>
              <a:t>End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5727802" y="1489146"/>
            <a:ext cx="3265796" cy="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5774518" y="1667833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900" dirty="0"/>
              <a:t>Non-Interrupt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47622" y="2054972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AU" sz="900" dirty="0"/>
              <a:t>Termination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47622" y="2360473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AU" sz="900" dirty="0"/>
              <a:t>Message</a:t>
            </a:r>
          </a:p>
        </p:txBody>
      </p:sp>
      <p:cxnSp>
        <p:nvCxnSpPr>
          <p:cNvPr id="136" name="Straight Connector 135"/>
          <p:cNvCxnSpPr/>
          <p:nvPr/>
        </p:nvCxnSpPr>
        <p:spPr>
          <a:xfrm flipV="1">
            <a:off x="7590911" y="842569"/>
            <a:ext cx="0" cy="4476968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5792989" y="3069016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AU" sz="900" dirty="0"/>
              <a:t>Conditional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802883" y="2717889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AU" sz="900" dirty="0"/>
              <a:t>Time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239036" y="2745990"/>
            <a:ext cx="826319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AU" sz="900" dirty="0"/>
              <a:t>Compensation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247622" y="3090135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AU" sz="900" dirty="0"/>
              <a:t>Multiple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785545" y="4738925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AU" sz="900" dirty="0"/>
              <a:t>Cancel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795719" y="4099340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AU" sz="900" dirty="0"/>
              <a:t>Escalation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782348" y="4397400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AU" sz="900" dirty="0"/>
              <a:t>Error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816426" y="4996798"/>
            <a:ext cx="66378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AU" sz="900" dirty="0"/>
              <a:t>Multiple Parallel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787810" y="3750834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AU" sz="900" dirty="0"/>
              <a:t>Signal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795719" y="3411909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AU" sz="900" dirty="0"/>
              <a:t>Link</a:t>
            </a:r>
          </a:p>
        </p:txBody>
      </p:sp>
      <p:grpSp>
        <p:nvGrpSpPr>
          <p:cNvPr id="100" name="Group 99"/>
          <p:cNvGrpSpPr/>
          <p:nvPr/>
        </p:nvGrpSpPr>
        <p:grpSpPr>
          <a:xfrm>
            <a:off x="7130750" y="2389107"/>
            <a:ext cx="187960" cy="125729"/>
            <a:chOff x="5542280" y="2703441"/>
            <a:chExt cx="538480" cy="405518"/>
          </a:xfrm>
        </p:grpSpPr>
        <p:sp>
          <p:nvSpPr>
            <p:cNvPr id="85" name="Rectangle 84"/>
            <p:cNvSpPr/>
            <p:nvPr/>
          </p:nvSpPr>
          <p:spPr>
            <a:xfrm>
              <a:off x="5542280" y="2703446"/>
              <a:ext cx="538480" cy="4055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0" name="Isosceles Triangle 89"/>
            <p:cNvSpPr/>
            <p:nvPr/>
          </p:nvSpPr>
          <p:spPr>
            <a:xfrm rot="10800000">
              <a:off x="5589885" y="2703441"/>
              <a:ext cx="451975" cy="26589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7818073" y="2384752"/>
            <a:ext cx="208409" cy="148470"/>
            <a:chOff x="5542280" y="2703438"/>
            <a:chExt cx="538480" cy="405521"/>
          </a:xfrm>
          <a:solidFill>
            <a:schemeClr val="tx1"/>
          </a:solidFill>
        </p:grpSpPr>
        <p:sp>
          <p:nvSpPr>
            <p:cNvPr id="113" name="Rectangle 112"/>
            <p:cNvSpPr/>
            <p:nvPr/>
          </p:nvSpPr>
          <p:spPr>
            <a:xfrm>
              <a:off x="5542280" y="2703446"/>
              <a:ext cx="538480" cy="405513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4" name="Isosceles Triangle 113"/>
            <p:cNvSpPr/>
            <p:nvPr/>
          </p:nvSpPr>
          <p:spPr>
            <a:xfrm rot="10800000">
              <a:off x="5562596" y="2703438"/>
              <a:ext cx="492034" cy="254710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54" name="Group 153"/>
          <p:cNvGrpSpPr/>
          <p:nvPr/>
        </p:nvGrpSpPr>
        <p:grpSpPr>
          <a:xfrm>
            <a:off x="6673987" y="2691258"/>
            <a:ext cx="184585" cy="194580"/>
            <a:chOff x="5594583" y="2959840"/>
            <a:chExt cx="318348" cy="318348"/>
          </a:xfrm>
        </p:grpSpPr>
        <p:sp>
          <p:nvSpPr>
            <p:cNvPr id="118" name="Oval 117"/>
            <p:cNvSpPr/>
            <p:nvPr/>
          </p:nvSpPr>
          <p:spPr>
            <a:xfrm>
              <a:off x="5594583" y="2959840"/>
              <a:ext cx="318348" cy="3183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09" name="Straight Connector 108"/>
            <p:cNvCxnSpPr>
              <a:stCxn id="118" idx="7"/>
            </p:cNvCxnSpPr>
            <p:nvPr/>
          </p:nvCxnSpPr>
          <p:spPr>
            <a:xfrm flipH="1">
              <a:off x="5840421" y="3006461"/>
              <a:ext cx="25889" cy="2375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endCxn id="118" idx="6"/>
            </p:cNvCxnSpPr>
            <p:nvPr/>
          </p:nvCxnSpPr>
          <p:spPr>
            <a:xfrm>
              <a:off x="5880735" y="3119014"/>
              <a:ext cx="32196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>
              <a:endCxn id="118" idx="5"/>
            </p:cNvCxnSpPr>
            <p:nvPr/>
          </p:nvCxnSpPr>
          <p:spPr>
            <a:xfrm>
              <a:off x="5840421" y="3207809"/>
              <a:ext cx="25889" cy="23758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>
              <a:stCxn id="118" idx="0"/>
            </p:cNvCxnSpPr>
            <p:nvPr/>
          </p:nvCxnSpPr>
          <p:spPr>
            <a:xfrm flipH="1">
              <a:off x="5753589" y="2959840"/>
              <a:ext cx="168" cy="3101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>
              <a:stCxn id="118" idx="1"/>
            </p:cNvCxnSpPr>
            <p:nvPr/>
          </p:nvCxnSpPr>
          <p:spPr>
            <a:xfrm>
              <a:off x="5641204" y="3006461"/>
              <a:ext cx="25665" cy="2375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>
              <a:stCxn id="118" idx="2"/>
            </p:cNvCxnSpPr>
            <p:nvPr/>
          </p:nvCxnSpPr>
          <p:spPr>
            <a:xfrm>
              <a:off x="5594583" y="3119014"/>
              <a:ext cx="28977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>
              <a:stCxn id="118" idx="3"/>
            </p:cNvCxnSpPr>
            <p:nvPr/>
          </p:nvCxnSpPr>
          <p:spPr>
            <a:xfrm flipV="1">
              <a:off x="5641204" y="3207809"/>
              <a:ext cx="25665" cy="23758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>
              <a:endCxn id="118" idx="4"/>
            </p:cNvCxnSpPr>
            <p:nvPr/>
          </p:nvCxnSpPr>
          <p:spPr>
            <a:xfrm>
              <a:off x="5753589" y="3248025"/>
              <a:ext cx="168" cy="3016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>
              <a:off x="5662849" y="3125364"/>
              <a:ext cx="88627" cy="0"/>
            </a:xfrm>
            <a:prstGeom prst="line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 flipV="1">
              <a:off x="5754015" y="3030221"/>
              <a:ext cx="32327" cy="90700"/>
            </a:xfrm>
            <a:prstGeom prst="line">
              <a:avLst/>
            </a:prstGeom>
            <a:ln w="127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2" name="Group 161"/>
          <p:cNvGrpSpPr/>
          <p:nvPr/>
        </p:nvGrpSpPr>
        <p:grpSpPr>
          <a:xfrm>
            <a:off x="6693272" y="3055371"/>
            <a:ext cx="166820" cy="191568"/>
            <a:chOff x="5594583" y="3428683"/>
            <a:chExt cx="205678" cy="253535"/>
          </a:xfrm>
        </p:grpSpPr>
        <p:sp>
          <p:nvSpPr>
            <p:cNvPr id="157" name="Rectangle 156"/>
            <p:cNvSpPr/>
            <p:nvPr/>
          </p:nvSpPr>
          <p:spPr>
            <a:xfrm>
              <a:off x="5594583" y="3428683"/>
              <a:ext cx="205678" cy="2535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59" name="Straight Connector 158"/>
            <p:cNvCxnSpPr/>
            <p:nvPr/>
          </p:nvCxnSpPr>
          <p:spPr>
            <a:xfrm>
              <a:off x="5633995" y="3480435"/>
              <a:ext cx="13066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>
            <a:xfrm>
              <a:off x="5633995" y="3529717"/>
              <a:ext cx="13066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>
            <a:xfrm>
              <a:off x="5633995" y="3578614"/>
              <a:ext cx="13066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>
              <a:off x="5633909" y="3629715"/>
              <a:ext cx="13066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" name="Right Arrow 170"/>
          <p:cNvSpPr/>
          <p:nvPr/>
        </p:nvSpPr>
        <p:spPr>
          <a:xfrm>
            <a:off x="7141431" y="3436149"/>
            <a:ext cx="198205" cy="117782"/>
          </a:xfrm>
          <a:prstGeom prst="rightArrow">
            <a:avLst>
              <a:gd name="adj1" fmla="val 39632"/>
              <a:gd name="adj2" fmla="val 5569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2" name="Right Arrow 171"/>
          <p:cNvSpPr/>
          <p:nvPr/>
        </p:nvSpPr>
        <p:spPr>
          <a:xfrm>
            <a:off x="7820222" y="3428683"/>
            <a:ext cx="196147" cy="118832"/>
          </a:xfrm>
          <a:prstGeom prst="rightArrow">
            <a:avLst>
              <a:gd name="adj1" fmla="val 39632"/>
              <a:gd name="adj2" fmla="val 57030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3" name="Isosceles Triangle 172"/>
          <p:cNvSpPr/>
          <p:nvPr/>
        </p:nvSpPr>
        <p:spPr>
          <a:xfrm>
            <a:off x="7155584" y="3727569"/>
            <a:ext cx="184052" cy="154874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4" name="Isosceles Triangle 173"/>
          <p:cNvSpPr/>
          <p:nvPr/>
        </p:nvSpPr>
        <p:spPr>
          <a:xfrm>
            <a:off x="7796428" y="3722335"/>
            <a:ext cx="184052" cy="15487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3" name="Group 2"/>
          <p:cNvGrpSpPr/>
          <p:nvPr/>
        </p:nvGrpSpPr>
        <p:grpSpPr>
          <a:xfrm>
            <a:off x="7132478" y="2759269"/>
            <a:ext cx="175138" cy="106212"/>
            <a:chOff x="5672601" y="4008626"/>
            <a:chExt cx="175138" cy="106212"/>
          </a:xfrm>
        </p:grpSpPr>
        <p:sp>
          <p:nvSpPr>
            <p:cNvPr id="176" name="Isosceles Triangle 175"/>
            <p:cNvSpPr/>
            <p:nvPr/>
          </p:nvSpPr>
          <p:spPr>
            <a:xfrm rot="16200000">
              <a:off x="5747672" y="4014769"/>
              <a:ext cx="106209" cy="93924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5" name="Isosceles Triangle 174"/>
            <p:cNvSpPr/>
            <p:nvPr/>
          </p:nvSpPr>
          <p:spPr>
            <a:xfrm rot="16200000">
              <a:off x="5667824" y="4017809"/>
              <a:ext cx="101806" cy="9225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818936" y="2762016"/>
            <a:ext cx="184503" cy="109427"/>
            <a:chOff x="6873334" y="4008627"/>
            <a:chExt cx="184503" cy="109427"/>
          </a:xfrm>
        </p:grpSpPr>
        <p:sp>
          <p:nvSpPr>
            <p:cNvPr id="177" name="Isosceles Triangle 176"/>
            <p:cNvSpPr/>
            <p:nvPr/>
          </p:nvSpPr>
          <p:spPr>
            <a:xfrm rot="16200000">
              <a:off x="6956998" y="4017216"/>
              <a:ext cx="109427" cy="92250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8" name="Isosceles Triangle 177"/>
            <p:cNvSpPr/>
            <p:nvPr/>
          </p:nvSpPr>
          <p:spPr>
            <a:xfrm rot="16200000">
              <a:off x="6868557" y="4017807"/>
              <a:ext cx="101806" cy="9225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79" name="Regular Pentagon 178"/>
          <p:cNvSpPr/>
          <p:nvPr/>
        </p:nvSpPr>
        <p:spPr>
          <a:xfrm>
            <a:off x="7156193" y="3083329"/>
            <a:ext cx="154304" cy="148026"/>
          </a:xfrm>
          <a:prstGeom prst="pent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0" name="Regular Pentagon 179"/>
          <p:cNvSpPr/>
          <p:nvPr/>
        </p:nvSpPr>
        <p:spPr>
          <a:xfrm>
            <a:off x="7834036" y="3080262"/>
            <a:ext cx="154304" cy="148026"/>
          </a:xfrm>
          <a:prstGeom prst="pentagon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1" name="Oval 180"/>
          <p:cNvSpPr/>
          <p:nvPr/>
        </p:nvSpPr>
        <p:spPr>
          <a:xfrm>
            <a:off x="7826196" y="2046546"/>
            <a:ext cx="177243" cy="17724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3" name="Freeform 182"/>
          <p:cNvSpPr/>
          <p:nvPr/>
        </p:nvSpPr>
        <p:spPr>
          <a:xfrm>
            <a:off x="7173538" y="4093487"/>
            <a:ext cx="156166" cy="152215"/>
          </a:xfrm>
          <a:custGeom>
            <a:avLst/>
            <a:gdLst>
              <a:gd name="connsiteX0" fmla="*/ 0 w 352425"/>
              <a:gd name="connsiteY0" fmla="*/ 417195 h 417195"/>
              <a:gd name="connsiteX1" fmla="*/ 180975 w 352425"/>
              <a:gd name="connsiteY1" fmla="*/ 0 h 417195"/>
              <a:gd name="connsiteX2" fmla="*/ 352425 w 352425"/>
              <a:gd name="connsiteY2" fmla="*/ 417195 h 417195"/>
              <a:gd name="connsiteX3" fmla="*/ 184785 w 352425"/>
              <a:gd name="connsiteY3" fmla="*/ 285750 h 417195"/>
              <a:gd name="connsiteX4" fmla="*/ 0 w 352425"/>
              <a:gd name="connsiteY4" fmla="*/ 417195 h 417195"/>
              <a:gd name="connsiteX0" fmla="*/ 0 w 352425"/>
              <a:gd name="connsiteY0" fmla="*/ 417195 h 417195"/>
              <a:gd name="connsiteX1" fmla="*/ 180975 w 352425"/>
              <a:gd name="connsiteY1" fmla="*/ 0 h 417195"/>
              <a:gd name="connsiteX2" fmla="*/ 352425 w 352425"/>
              <a:gd name="connsiteY2" fmla="*/ 417195 h 417195"/>
              <a:gd name="connsiteX3" fmla="*/ 184785 w 352425"/>
              <a:gd name="connsiteY3" fmla="*/ 291465 h 417195"/>
              <a:gd name="connsiteX4" fmla="*/ 0 w 352425"/>
              <a:gd name="connsiteY4" fmla="*/ 417195 h 417195"/>
              <a:gd name="connsiteX0" fmla="*/ 0 w 352425"/>
              <a:gd name="connsiteY0" fmla="*/ 417195 h 417195"/>
              <a:gd name="connsiteX1" fmla="*/ 180975 w 352425"/>
              <a:gd name="connsiteY1" fmla="*/ 0 h 417195"/>
              <a:gd name="connsiteX2" fmla="*/ 352425 w 352425"/>
              <a:gd name="connsiteY2" fmla="*/ 417195 h 417195"/>
              <a:gd name="connsiteX3" fmla="*/ 182880 w 352425"/>
              <a:gd name="connsiteY3" fmla="*/ 287655 h 417195"/>
              <a:gd name="connsiteX4" fmla="*/ 0 w 352425"/>
              <a:gd name="connsiteY4" fmla="*/ 417195 h 417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425" h="417195">
                <a:moveTo>
                  <a:pt x="0" y="417195"/>
                </a:moveTo>
                <a:lnTo>
                  <a:pt x="180975" y="0"/>
                </a:lnTo>
                <a:lnTo>
                  <a:pt x="352425" y="417195"/>
                </a:lnTo>
                <a:lnTo>
                  <a:pt x="182880" y="287655"/>
                </a:lnTo>
                <a:lnTo>
                  <a:pt x="0" y="417195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4" name="Freeform 183"/>
          <p:cNvSpPr/>
          <p:nvPr/>
        </p:nvSpPr>
        <p:spPr>
          <a:xfrm>
            <a:off x="7834036" y="4100075"/>
            <a:ext cx="137277" cy="152215"/>
          </a:xfrm>
          <a:custGeom>
            <a:avLst/>
            <a:gdLst>
              <a:gd name="connsiteX0" fmla="*/ 0 w 352425"/>
              <a:gd name="connsiteY0" fmla="*/ 417195 h 417195"/>
              <a:gd name="connsiteX1" fmla="*/ 180975 w 352425"/>
              <a:gd name="connsiteY1" fmla="*/ 0 h 417195"/>
              <a:gd name="connsiteX2" fmla="*/ 352425 w 352425"/>
              <a:gd name="connsiteY2" fmla="*/ 417195 h 417195"/>
              <a:gd name="connsiteX3" fmla="*/ 184785 w 352425"/>
              <a:gd name="connsiteY3" fmla="*/ 285750 h 417195"/>
              <a:gd name="connsiteX4" fmla="*/ 0 w 352425"/>
              <a:gd name="connsiteY4" fmla="*/ 417195 h 417195"/>
              <a:gd name="connsiteX0" fmla="*/ 0 w 352425"/>
              <a:gd name="connsiteY0" fmla="*/ 417195 h 417195"/>
              <a:gd name="connsiteX1" fmla="*/ 180975 w 352425"/>
              <a:gd name="connsiteY1" fmla="*/ 0 h 417195"/>
              <a:gd name="connsiteX2" fmla="*/ 352425 w 352425"/>
              <a:gd name="connsiteY2" fmla="*/ 417195 h 417195"/>
              <a:gd name="connsiteX3" fmla="*/ 184785 w 352425"/>
              <a:gd name="connsiteY3" fmla="*/ 291465 h 417195"/>
              <a:gd name="connsiteX4" fmla="*/ 0 w 352425"/>
              <a:gd name="connsiteY4" fmla="*/ 417195 h 417195"/>
              <a:gd name="connsiteX0" fmla="*/ 0 w 352425"/>
              <a:gd name="connsiteY0" fmla="*/ 417195 h 417195"/>
              <a:gd name="connsiteX1" fmla="*/ 180975 w 352425"/>
              <a:gd name="connsiteY1" fmla="*/ 0 h 417195"/>
              <a:gd name="connsiteX2" fmla="*/ 352425 w 352425"/>
              <a:gd name="connsiteY2" fmla="*/ 417195 h 417195"/>
              <a:gd name="connsiteX3" fmla="*/ 182880 w 352425"/>
              <a:gd name="connsiteY3" fmla="*/ 287655 h 417195"/>
              <a:gd name="connsiteX4" fmla="*/ 0 w 352425"/>
              <a:gd name="connsiteY4" fmla="*/ 417195 h 417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425" h="417195">
                <a:moveTo>
                  <a:pt x="0" y="417195"/>
                </a:moveTo>
                <a:lnTo>
                  <a:pt x="180975" y="0"/>
                </a:lnTo>
                <a:lnTo>
                  <a:pt x="352425" y="417195"/>
                </a:lnTo>
                <a:lnTo>
                  <a:pt x="182880" y="287655"/>
                </a:lnTo>
                <a:lnTo>
                  <a:pt x="0" y="417195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6" name="Freeform 185"/>
          <p:cNvSpPr/>
          <p:nvPr/>
        </p:nvSpPr>
        <p:spPr>
          <a:xfrm rot="848608">
            <a:off x="7192019" y="4413510"/>
            <a:ext cx="126322" cy="137719"/>
          </a:xfrm>
          <a:custGeom>
            <a:avLst/>
            <a:gdLst>
              <a:gd name="connsiteX0" fmla="*/ 0 w 556260"/>
              <a:gd name="connsiteY0" fmla="*/ 477520 h 477520"/>
              <a:gd name="connsiteX1" fmla="*/ 5080 w 556260"/>
              <a:gd name="connsiteY1" fmla="*/ 2540 h 477520"/>
              <a:gd name="connsiteX2" fmla="*/ 375920 w 556260"/>
              <a:gd name="connsiteY2" fmla="*/ 203200 h 477520"/>
              <a:gd name="connsiteX3" fmla="*/ 556260 w 556260"/>
              <a:gd name="connsiteY3" fmla="*/ 0 h 477520"/>
              <a:gd name="connsiteX4" fmla="*/ 556260 w 556260"/>
              <a:gd name="connsiteY4" fmla="*/ 472440 h 477520"/>
              <a:gd name="connsiteX5" fmla="*/ 165100 w 556260"/>
              <a:gd name="connsiteY5" fmla="*/ 226060 h 477520"/>
              <a:gd name="connsiteX6" fmla="*/ 0 w 556260"/>
              <a:gd name="connsiteY6" fmla="*/ 477520 h 477520"/>
              <a:gd name="connsiteX0" fmla="*/ 0 w 556260"/>
              <a:gd name="connsiteY0" fmla="*/ 477520 h 477520"/>
              <a:gd name="connsiteX1" fmla="*/ 5080 w 556260"/>
              <a:gd name="connsiteY1" fmla="*/ 2540 h 477520"/>
              <a:gd name="connsiteX2" fmla="*/ 414020 w 556260"/>
              <a:gd name="connsiteY2" fmla="*/ 213360 h 477520"/>
              <a:gd name="connsiteX3" fmla="*/ 556260 w 556260"/>
              <a:gd name="connsiteY3" fmla="*/ 0 h 477520"/>
              <a:gd name="connsiteX4" fmla="*/ 556260 w 556260"/>
              <a:gd name="connsiteY4" fmla="*/ 472440 h 477520"/>
              <a:gd name="connsiteX5" fmla="*/ 165100 w 556260"/>
              <a:gd name="connsiteY5" fmla="*/ 226060 h 477520"/>
              <a:gd name="connsiteX6" fmla="*/ 0 w 556260"/>
              <a:gd name="connsiteY6" fmla="*/ 477520 h 477520"/>
              <a:gd name="connsiteX0" fmla="*/ 0 w 556260"/>
              <a:gd name="connsiteY0" fmla="*/ 477520 h 477520"/>
              <a:gd name="connsiteX1" fmla="*/ 5080 w 556260"/>
              <a:gd name="connsiteY1" fmla="*/ 2540 h 477520"/>
              <a:gd name="connsiteX2" fmla="*/ 414020 w 556260"/>
              <a:gd name="connsiteY2" fmla="*/ 213360 h 477520"/>
              <a:gd name="connsiteX3" fmla="*/ 556260 w 556260"/>
              <a:gd name="connsiteY3" fmla="*/ 0 h 477520"/>
              <a:gd name="connsiteX4" fmla="*/ 490220 w 556260"/>
              <a:gd name="connsiteY4" fmla="*/ 467360 h 477520"/>
              <a:gd name="connsiteX5" fmla="*/ 165100 w 556260"/>
              <a:gd name="connsiteY5" fmla="*/ 226060 h 477520"/>
              <a:gd name="connsiteX6" fmla="*/ 0 w 556260"/>
              <a:gd name="connsiteY6" fmla="*/ 477520 h 477520"/>
              <a:gd name="connsiteX0" fmla="*/ 0 w 556260"/>
              <a:gd name="connsiteY0" fmla="*/ 477520 h 477520"/>
              <a:gd name="connsiteX1" fmla="*/ 60960 w 556260"/>
              <a:gd name="connsiteY1" fmla="*/ 12700 h 477520"/>
              <a:gd name="connsiteX2" fmla="*/ 414020 w 556260"/>
              <a:gd name="connsiteY2" fmla="*/ 213360 h 477520"/>
              <a:gd name="connsiteX3" fmla="*/ 556260 w 556260"/>
              <a:gd name="connsiteY3" fmla="*/ 0 h 477520"/>
              <a:gd name="connsiteX4" fmla="*/ 490220 w 556260"/>
              <a:gd name="connsiteY4" fmla="*/ 467360 h 477520"/>
              <a:gd name="connsiteX5" fmla="*/ 165100 w 556260"/>
              <a:gd name="connsiteY5" fmla="*/ 226060 h 477520"/>
              <a:gd name="connsiteX6" fmla="*/ 0 w 556260"/>
              <a:gd name="connsiteY6" fmla="*/ 477520 h 477520"/>
              <a:gd name="connsiteX0" fmla="*/ 0 w 556260"/>
              <a:gd name="connsiteY0" fmla="*/ 477520 h 477520"/>
              <a:gd name="connsiteX1" fmla="*/ 60960 w 556260"/>
              <a:gd name="connsiteY1" fmla="*/ 12700 h 477520"/>
              <a:gd name="connsiteX2" fmla="*/ 411480 w 556260"/>
              <a:gd name="connsiteY2" fmla="*/ 243840 h 477520"/>
              <a:gd name="connsiteX3" fmla="*/ 556260 w 556260"/>
              <a:gd name="connsiteY3" fmla="*/ 0 h 477520"/>
              <a:gd name="connsiteX4" fmla="*/ 490220 w 556260"/>
              <a:gd name="connsiteY4" fmla="*/ 467360 h 477520"/>
              <a:gd name="connsiteX5" fmla="*/ 165100 w 556260"/>
              <a:gd name="connsiteY5" fmla="*/ 226060 h 477520"/>
              <a:gd name="connsiteX6" fmla="*/ 0 w 556260"/>
              <a:gd name="connsiteY6" fmla="*/ 477520 h 477520"/>
              <a:gd name="connsiteX0" fmla="*/ 0 w 556260"/>
              <a:gd name="connsiteY0" fmla="*/ 482600 h 482600"/>
              <a:gd name="connsiteX1" fmla="*/ 55880 w 556260"/>
              <a:gd name="connsiteY1" fmla="*/ 0 h 482600"/>
              <a:gd name="connsiteX2" fmla="*/ 411480 w 556260"/>
              <a:gd name="connsiteY2" fmla="*/ 248920 h 482600"/>
              <a:gd name="connsiteX3" fmla="*/ 556260 w 556260"/>
              <a:gd name="connsiteY3" fmla="*/ 5080 h 482600"/>
              <a:gd name="connsiteX4" fmla="*/ 490220 w 556260"/>
              <a:gd name="connsiteY4" fmla="*/ 472440 h 482600"/>
              <a:gd name="connsiteX5" fmla="*/ 165100 w 556260"/>
              <a:gd name="connsiteY5" fmla="*/ 231140 h 482600"/>
              <a:gd name="connsiteX6" fmla="*/ 0 w 556260"/>
              <a:gd name="connsiteY6" fmla="*/ 482600 h 482600"/>
              <a:gd name="connsiteX0" fmla="*/ 0 w 556260"/>
              <a:gd name="connsiteY0" fmla="*/ 482600 h 482600"/>
              <a:gd name="connsiteX1" fmla="*/ 55880 w 556260"/>
              <a:gd name="connsiteY1" fmla="*/ 0 h 482600"/>
              <a:gd name="connsiteX2" fmla="*/ 411480 w 556260"/>
              <a:gd name="connsiteY2" fmla="*/ 248920 h 482600"/>
              <a:gd name="connsiteX3" fmla="*/ 556260 w 556260"/>
              <a:gd name="connsiteY3" fmla="*/ 5080 h 482600"/>
              <a:gd name="connsiteX4" fmla="*/ 490220 w 556260"/>
              <a:gd name="connsiteY4" fmla="*/ 472440 h 482600"/>
              <a:gd name="connsiteX5" fmla="*/ 165100 w 556260"/>
              <a:gd name="connsiteY5" fmla="*/ 231140 h 482600"/>
              <a:gd name="connsiteX6" fmla="*/ 0 w 556260"/>
              <a:gd name="connsiteY6" fmla="*/ 482600 h 482600"/>
              <a:gd name="connsiteX0" fmla="*/ 0 w 556260"/>
              <a:gd name="connsiteY0" fmla="*/ 482600 h 482600"/>
              <a:gd name="connsiteX1" fmla="*/ 55880 w 556260"/>
              <a:gd name="connsiteY1" fmla="*/ 0 h 482600"/>
              <a:gd name="connsiteX2" fmla="*/ 389932 w 556260"/>
              <a:gd name="connsiteY2" fmla="*/ 254000 h 482600"/>
              <a:gd name="connsiteX3" fmla="*/ 556260 w 556260"/>
              <a:gd name="connsiteY3" fmla="*/ 5080 h 482600"/>
              <a:gd name="connsiteX4" fmla="*/ 490220 w 556260"/>
              <a:gd name="connsiteY4" fmla="*/ 472440 h 482600"/>
              <a:gd name="connsiteX5" fmla="*/ 165100 w 556260"/>
              <a:gd name="connsiteY5" fmla="*/ 231140 h 482600"/>
              <a:gd name="connsiteX6" fmla="*/ 0 w 556260"/>
              <a:gd name="connsiteY6" fmla="*/ 482600 h 482600"/>
              <a:gd name="connsiteX0" fmla="*/ 0 w 556260"/>
              <a:gd name="connsiteY0" fmla="*/ 482600 h 482600"/>
              <a:gd name="connsiteX1" fmla="*/ 55880 w 556260"/>
              <a:gd name="connsiteY1" fmla="*/ 0 h 482600"/>
              <a:gd name="connsiteX2" fmla="*/ 389932 w 556260"/>
              <a:gd name="connsiteY2" fmla="*/ 254000 h 482600"/>
              <a:gd name="connsiteX3" fmla="*/ 556260 w 556260"/>
              <a:gd name="connsiteY3" fmla="*/ 5080 h 482600"/>
              <a:gd name="connsiteX4" fmla="*/ 490220 w 556260"/>
              <a:gd name="connsiteY4" fmla="*/ 472440 h 482600"/>
              <a:gd name="connsiteX5" fmla="*/ 165100 w 556260"/>
              <a:gd name="connsiteY5" fmla="*/ 231140 h 482600"/>
              <a:gd name="connsiteX6" fmla="*/ 0 w 556260"/>
              <a:gd name="connsiteY6" fmla="*/ 482600 h 482600"/>
              <a:gd name="connsiteX0" fmla="*/ 0 w 556260"/>
              <a:gd name="connsiteY0" fmla="*/ 482600 h 482600"/>
              <a:gd name="connsiteX1" fmla="*/ 55880 w 556260"/>
              <a:gd name="connsiteY1" fmla="*/ 0 h 482600"/>
              <a:gd name="connsiteX2" fmla="*/ 389932 w 556260"/>
              <a:gd name="connsiteY2" fmla="*/ 254000 h 482600"/>
              <a:gd name="connsiteX3" fmla="*/ 556260 w 556260"/>
              <a:gd name="connsiteY3" fmla="*/ 5080 h 482600"/>
              <a:gd name="connsiteX4" fmla="*/ 490220 w 556260"/>
              <a:gd name="connsiteY4" fmla="*/ 472440 h 482600"/>
              <a:gd name="connsiteX5" fmla="*/ 165100 w 556260"/>
              <a:gd name="connsiteY5" fmla="*/ 231140 h 482600"/>
              <a:gd name="connsiteX6" fmla="*/ 0 w 556260"/>
              <a:gd name="connsiteY6" fmla="*/ 482600 h 482600"/>
              <a:gd name="connsiteX0" fmla="*/ 0 w 556260"/>
              <a:gd name="connsiteY0" fmla="*/ 482600 h 482600"/>
              <a:gd name="connsiteX1" fmla="*/ 55880 w 556260"/>
              <a:gd name="connsiteY1" fmla="*/ 0 h 482600"/>
              <a:gd name="connsiteX2" fmla="*/ 389932 w 556260"/>
              <a:gd name="connsiteY2" fmla="*/ 254000 h 482600"/>
              <a:gd name="connsiteX3" fmla="*/ 556260 w 556260"/>
              <a:gd name="connsiteY3" fmla="*/ 5080 h 482600"/>
              <a:gd name="connsiteX4" fmla="*/ 490220 w 556260"/>
              <a:gd name="connsiteY4" fmla="*/ 472440 h 482600"/>
              <a:gd name="connsiteX5" fmla="*/ 165100 w 556260"/>
              <a:gd name="connsiteY5" fmla="*/ 231140 h 482600"/>
              <a:gd name="connsiteX6" fmla="*/ 0 w 556260"/>
              <a:gd name="connsiteY6" fmla="*/ 482600 h 482600"/>
              <a:gd name="connsiteX0" fmla="*/ 0 w 556260"/>
              <a:gd name="connsiteY0" fmla="*/ 482600 h 482600"/>
              <a:gd name="connsiteX1" fmla="*/ 55880 w 556260"/>
              <a:gd name="connsiteY1" fmla="*/ 0 h 482600"/>
              <a:gd name="connsiteX2" fmla="*/ 389932 w 556260"/>
              <a:gd name="connsiteY2" fmla="*/ 254000 h 482600"/>
              <a:gd name="connsiteX3" fmla="*/ 556260 w 556260"/>
              <a:gd name="connsiteY3" fmla="*/ 5080 h 482600"/>
              <a:gd name="connsiteX4" fmla="*/ 490220 w 556260"/>
              <a:gd name="connsiteY4" fmla="*/ 472440 h 482600"/>
              <a:gd name="connsiteX5" fmla="*/ 165100 w 556260"/>
              <a:gd name="connsiteY5" fmla="*/ 231140 h 482600"/>
              <a:gd name="connsiteX6" fmla="*/ 0 w 556260"/>
              <a:gd name="connsiteY6" fmla="*/ 482600 h 48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482600">
                <a:moveTo>
                  <a:pt x="0" y="482600"/>
                </a:moveTo>
                <a:cubicBezTo>
                  <a:pt x="16058" y="329353"/>
                  <a:pt x="34304" y="168487"/>
                  <a:pt x="55880" y="0"/>
                </a:cubicBezTo>
                <a:lnTo>
                  <a:pt x="389932" y="254000"/>
                </a:lnTo>
                <a:lnTo>
                  <a:pt x="556260" y="5080"/>
                </a:lnTo>
                <a:lnTo>
                  <a:pt x="490220" y="472440"/>
                </a:lnTo>
                <a:lnTo>
                  <a:pt x="165100" y="231140"/>
                </a:lnTo>
                <a:lnTo>
                  <a:pt x="0" y="4826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7" name="Freeform 186"/>
          <p:cNvSpPr/>
          <p:nvPr/>
        </p:nvSpPr>
        <p:spPr>
          <a:xfrm rot="848608">
            <a:off x="7830585" y="4419940"/>
            <a:ext cx="111043" cy="137719"/>
          </a:xfrm>
          <a:custGeom>
            <a:avLst/>
            <a:gdLst>
              <a:gd name="connsiteX0" fmla="*/ 0 w 556260"/>
              <a:gd name="connsiteY0" fmla="*/ 477520 h 477520"/>
              <a:gd name="connsiteX1" fmla="*/ 5080 w 556260"/>
              <a:gd name="connsiteY1" fmla="*/ 2540 h 477520"/>
              <a:gd name="connsiteX2" fmla="*/ 375920 w 556260"/>
              <a:gd name="connsiteY2" fmla="*/ 203200 h 477520"/>
              <a:gd name="connsiteX3" fmla="*/ 556260 w 556260"/>
              <a:gd name="connsiteY3" fmla="*/ 0 h 477520"/>
              <a:gd name="connsiteX4" fmla="*/ 556260 w 556260"/>
              <a:gd name="connsiteY4" fmla="*/ 472440 h 477520"/>
              <a:gd name="connsiteX5" fmla="*/ 165100 w 556260"/>
              <a:gd name="connsiteY5" fmla="*/ 226060 h 477520"/>
              <a:gd name="connsiteX6" fmla="*/ 0 w 556260"/>
              <a:gd name="connsiteY6" fmla="*/ 477520 h 477520"/>
              <a:gd name="connsiteX0" fmla="*/ 0 w 556260"/>
              <a:gd name="connsiteY0" fmla="*/ 477520 h 477520"/>
              <a:gd name="connsiteX1" fmla="*/ 5080 w 556260"/>
              <a:gd name="connsiteY1" fmla="*/ 2540 h 477520"/>
              <a:gd name="connsiteX2" fmla="*/ 414020 w 556260"/>
              <a:gd name="connsiteY2" fmla="*/ 213360 h 477520"/>
              <a:gd name="connsiteX3" fmla="*/ 556260 w 556260"/>
              <a:gd name="connsiteY3" fmla="*/ 0 h 477520"/>
              <a:gd name="connsiteX4" fmla="*/ 556260 w 556260"/>
              <a:gd name="connsiteY4" fmla="*/ 472440 h 477520"/>
              <a:gd name="connsiteX5" fmla="*/ 165100 w 556260"/>
              <a:gd name="connsiteY5" fmla="*/ 226060 h 477520"/>
              <a:gd name="connsiteX6" fmla="*/ 0 w 556260"/>
              <a:gd name="connsiteY6" fmla="*/ 477520 h 477520"/>
              <a:gd name="connsiteX0" fmla="*/ 0 w 556260"/>
              <a:gd name="connsiteY0" fmla="*/ 477520 h 477520"/>
              <a:gd name="connsiteX1" fmla="*/ 5080 w 556260"/>
              <a:gd name="connsiteY1" fmla="*/ 2540 h 477520"/>
              <a:gd name="connsiteX2" fmla="*/ 414020 w 556260"/>
              <a:gd name="connsiteY2" fmla="*/ 213360 h 477520"/>
              <a:gd name="connsiteX3" fmla="*/ 556260 w 556260"/>
              <a:gd name="connsiteY3" fmla="*/ 0 h 477520"/>
              <a:gd name="connsiteX4" fmla="*/ 490220 w 556260"/>
              <a:gd name="connsiteY4" fmla="*/ 467360 h 477520"/>
              <a:gd name="connsiteX5" fmla="*/ 165100 w 556260"/>
              <a:gd name="connsiteY5" fmla="*/ 226060 h 477520"/>
              <a:gd name="connsiteX6" fmla="*/ 0 w 556260"/>
              <a:gd name="connsiteY6" fmla="*/ 477520 h 477520"/>
              <a:gd name="connsiteX0" fmla="*/ 0 w 556260"/>
              <a:gd name="connsiteY0" fmla="*/ 477520 h 477520"/>
              <a:gd name="connsiteX1" fmla="*/ 60960 w 556260"/>
              <a:gd name="connsiteY1" fmla="*/ 12700 h 477520"/>
              <a:gd name="connsiteX2" fmla="*/ 414020 w 556260"/>
              <a:gd name="connsiteY2" fmla="*/ 213360 h 477520"/>
              <a:gd name="connsiteX3" fmla="*/ 556260 w 556260"/>
              <a:gd name="connsiteY3" fmla="*/ 0 h 477520"/>
              <a:gd name="connsiteX4" fmla="*/ 490220 w 556260"/>
              <a:gd name="connsiteY4" fmla="*/ 467360 h 477520"/>
              <a:gd name="connsiteX5" fmla="*/ 165100 w 556260"/>
              <a:gd name="connsiteY5" fmla="*/ 226060 h 477520"/>
              <a:gd name="connsiteX6" fmla="*/ 0 w 556260"/>
              <a:gd name="connsiteY6" fmla="*/ 477520 h 477520"/>
              <a:gd name="connsiteX0" fmla="*/ 0 w 556260"/>
              <a:gd name="connsiteY0" fmla="*/ 477520 h 477520"/>
              <a:gd name="connsiteX1" fmla="*/ 60960 w 556260"/>
              <a:gd name="connsiteY1" fmla="*/ 12700 h 477520"/>
              <a:gd name="connsiteX2" fmla="*/ 411480 w 556260"/>
              <a:gd name="connsiteY2" fmla="*/ 243840 h 477520"/>
              <a:gd name="connsiteX3" fmla="*/ 556260 w 556260"/>
              <a:gd name="connsiteY3" fmla="*/ 0 h 477520"/>
              <a:gd name="connsiteX4" fmla="*/ 490220 w 556260"/>
              <a:gd name="connsiteY4" fmla="*/ 467360 h 477520"/>
              <a:gd name="connsiteX5" fmla="*/ 165100 w 556260"/>
              <a:gd name="connsiteY5" fmla="*/ 226060 h 477520"/>
              <a:gd name="connsiteX6" fmla="*/ 0 w 556260"/>
              <a:gd name="connsiteY6" fmla="*/ 477520 h 477520"/>
              <a:gd name="connsiteX0" fmla="*/ 0 w 556260"/>
              <a:gd name="connsiteY0" fmla="*/ 482600 h 482600"/>
              <a:gd name="connsiteX1" fmla="*/ 55880 w 556260"/>
              <a:gd name="connsiteY1" fmla="*/ 0 h 482600"/>
              <a:gd name="connsiteX2" fmla="*/ 411480 w 556260"/>
              <a:gd name="connsiteY2" fmla="*/ 248920 h 482600"/>
              <a:gd name="connsiteX3" fmla="*/ 556260 w 556260"/>
              <a:gd name="connsiteY3" fmla="*/ 5080 h 482600"/>
              <a:gd name="connsiteX4" fmla="*/ 490220 w 556260"/>
              <a:gd name="connsiteY4" fmla="*/ 472440 h 482600"/>
              <a:gd name="connsiteX5" fmla="*/ 165100 w 556260"/>
              <a:gd name="connsiteY5" fmla="*/ 231140 h 482600"/>
              <a:gd name="connsiteX6" fmla="*/ 0 w 556260"/>
              <a:gd name="connsiteY6" fmla="*/ 482600 h 482600"/>
              <a:gd name="connsiteX0" fmla="*/ 0 w 556260"/>
              <a:gd name="connsiteY0" fmla="*/ 482600 h 482600"/>
              <a:gd name="connsiteX1" fmla="*/ 55880 w 556260"/>
              <a:gd name="connsiteY1" fmla="*/ 0 h 482600"/>
              <a:gd name="connsiteX2" fmla="*/ 411480 w 556260"/>
              <a:gd name="connsiteY2" fmla="*/ 248920 h 482600"/>
              <a:gd name="connsiteX3" fmla="*/ 556260 w 556260"/>
              <a:gd name="connsiteY3" fmla="*/ 5080 h 482600"/>
              <a:gd name="connsiteX4" fmla="*/ 490220 w 556260"/>
              <a:gd name="connsiteY4" fmla="*/ 472440 h 482600"/>
              <a:gd name="connsiteX5" fmla="*/ 165100 w 556260"/>
              <a:gd name="connsiteY5" fmla="*/ 231140 h 482600"/>
              <a:gd name="connsiteX6" fmla="*/ 0 w 556260"/>
              <a:gd name="connsiteY6" fmla="*/ 482600 h 482600"/>
              <a:gd name="connsiteX0" fmla="*/ 0 w 556260"/>
              <a:gd name="connsiteY0" fmla="*/ 482600 h 482600"/>
              <a:gd name="connsiteX1" fmla="*/ 55880 w 556260"/>
              <a:gd name="connsiteY1" fmla="*/ 0 h 482600"/>
              <a:gd name="connsiteX2" fmla="*/ 389932 w 556260"/>
              <a:gd name="connsiteY2" fmla="*/ 254000 h 482600"/>
              <a:gd name="connsiteX3" fmla="*/ 556260 w 556260"/>
              <a:gd name="connsiteY3" fmla="*/ 5080 h 482600"/>
              <a:gd name="connsiteX4" fmla="*/ 490220 w 556260"/>
              <a:gd name="connsiteY4" fmla="*/ 472440 h 482600"/>
              <a:gd name="connsiteX5" fmla="*/ 165100 w 556260"/>
              <a:gd name="connsiteY5" fmla="*/ 231140 h 482600"/>
              <a:gd name="connsiteX6" fmla="*/ 0 w 556260"/>
              <a:gd name="connsiteY6" fmla="*/ 482600 h 482600"/>
              <a:gd name="connsiteX0" fmla="*/ 0 w 556260"/>
              <a:gd name="connsiteY0" fmla="*/ 482600 h 482600"/>
              <a:gd name="connsiteX1" fmla="*/ 55880 w 556260"/>
              <a:gd name="connsiteY1" fmla="*/ 0 h 482600"/>
              <a:gd name="connsiteX2" fmla="*/ 389932 w 556260"/>
              <a:gd name="connsiteY2" fmla="*/ 254000 h 482600"/>
              <a:gd name="connsiteX3" fmla="*/ 556260 w 556260"/>
              <a:gd name="connsiteY3" fmla="*/ 5080 h 482600"/>
              <a:gd name="connsiteX4" fmla="*/ 490220 w 556260"/>
              <a:gd name="connsiteY4" fmla="*/ 472440 h 482600"/>
              <a:gd name="connsiteX5" fmla="*/ 165100 w 556260"/>
              <a:gd name="connsiteY5" fmla="*/ 231140 h 482600"/>
              <a:gd name="connsiteX6" fmla="*/ 0 w 556260"/>
              <a:gd name="connsiteY6" fmla="*/ 482600 h 482600"/>
              <a:gd name="connsiteX0" fmla="*/ 0 w 556260"/>
              <a:gd name="connsiteY0" fmla="*/ 482600 h 482600"/>
              <a:gd name="connsiteX1" fmla="*/ 55880 w 556260"/>
              <a:gd name="connsiteY1" fmla="*/ 0 h 482600"/>
              <a:gd name="connsiteX2" fmla="*/ 389932 w 556260"/>
              <a:gd name="connsiteY2" fmla="*/ 254000 h 482600"/>
              <a:gd name="connsiteX3" fmla="*/ 556260 w 556260"/>
              <a:gd name="connsiteY3" fmla="*/ 5080 h 482600"/>
              <a:gd name="connsiteX4" fmla="*/ 490220 w 556260"/>
              <a:gd name="connsiteY4" fmla="*/ 472440 h 482600"/>
              <a:gd name="connsiteX5" fmla="*/ 165100 w 556260"/>
              <a:gd name="connsiteY5" fmla="*/ 231140 h 482600"/>
              <a:gd name="connsiteX6" fmla="*/ 0 w 556260"/>
              <a:gd name="connsiteY6" fmla="*/ 482600 h 482600"/>
              <a:gd name="connsiteX0" fmla="*/ 0 w 556260"/>
              <a:gd name="connsiteY0" fmla="*/ 482600 h 482600"/>
              <a:gd name="connsiteX1" fmla="*/ 55880 w 556260"/>
              <a:gd name="connsiteY1" fmla="*/ 0 h 482600"/>
              <a:gd name="connsiteX2" fmla="*/ 389932 w 556260"/>
              <a:gd name="connsiteY2" fmla="*/ 254000 h 482600"/>
              <a:gd name="connsiteX3" fmla="*/ 556260 w 556260"/>
              <a:gd name="connsiteY3" fmla="*/ 5080 h 482600"/>
              <a:gd name="connsiteX4" fmla="*/ 490220 w 556260"/>
              <a:gd name="connsiteY4" fmla="*/ 472440 h 482600"/>
              <a:gd name="connsiteX5" fmla="*/ 165100 w 556260"/>
              <a:gd name="connsiteY5" fmla="*/ 231140 h 482600"/>
              <a:gd name="connsiteX6" fmla="*/ 0 w 556260"/>
              <a:gd name="connsiteY6" fmla="*/ 482600 h 482600"/>
              <a:gd name="connsiteX0" fmla="*/ 0 w 556260"/>
              <a:gd name="connsiteY0" fmla="*/ 482600 h 482600"/>
              <a:gd name="connsiteX1" fmla="*/ 55880 w 556260"/>
              <a:gd name="connsiteY1" fmla="*/ 0 h 482600"/>
              <a:gd name="connsiteX2" fmla="*/ 389932 w 556260"/>
              <a:gd name="connsiteY2" fmla="*/ 254000 h 482600"/>
              <a:gd name="connsiteX3" fmla="*/ 556260 w 556260"/>
              <a:gd name="connsiteY3" fmla="*/ 5080 h 482600"/>
              <a:gd name="connsiteX4" fmla="*/ 490220 w 556260"/>
              <a:gd name="connsiteY4" fmla="*/ 472440 h 482600"/>
              <a:gd name="connsiteX5" fmla="*/ 165100 w 556260"/>
              <a:gd name="connsiteY5" fmla="*/ 231140 h 482600"/>
              <a:gd name="connsiteX6" fmla="*/ 0 w 556260"/>
              <a:gd name="connsiteY6" fmla="*/ 482600 h 48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482600">
                <a:moveTo>
                  <a:pt x="0" y="482600"/>
                </a:moveTo>
                <a:cubicBezTo>
                  <a:pt x="16058" y="329353"/>
                  <a:pt x="34304" y="168487"/>
                  <a:pt x="55880" y="0"/>
                </a:cubicBezTo>
                <a:lnTo>
                  <a:pt x="389932" y="254000"/>
                </a:lnTo>
                <a:lnTo>
                  <a:pt x="556260" y="5080"/>
                </a:lnTo>
                <a:lnTo>
                  <a:pt x="490220" y="472440"/>
                </a:lnTo>
                <a:lnTo>
                  <a:pt x="165100" y="231140"/>
                </a:lnTo>
                <a:lnTo>
                  <a:pt x="0" y="48260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94" name="Group 193"/>
          <p:cNvGrpSpPr/>
          <p:nvPr/>
        </p:nvGrpSpPr>
        <p:grpSpPr>
          <a:xfrm>
            <a:off x="7807782" y="4738925"/>
            <a:ext cx="143542" cy="142812"/>
            <a:chOff x="7753097" y="3404703"/>
            <a:chExt cx="143542" cy="142812"/>
          </a:xfrm>
        </p:grpSpPr>
        <p:cxnSp>
          <p:nvCxnSpPr>
            <p:cNvPr id="188" name="Straight Connector 187"/>
            <p:cNvCxnSpPr/>
            <p:nvPr/>
          </p:nvCxnSpPr>
          <p:spPr>
            <a:xfrm flipH="1">
              <a:off x="7753097" y="3404703"/>
              <a:ext cx="143542" cy="1428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7756919" y="3404703"/>
              <a:ext cx="138417" cy="1428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5" name="Group 194"/>
          <p:cNvGrpSpPr/>
          <p:nvPr/>
        </p:nvGrpSpPr>
        <p:grpSpPr>
          <a:xfrm rot="2700000">
            <a:off x="7811829" y="5053565"/>
            <a:ext cx="143542" cy="142812"/>
            <a:chOff x="7753097" y="3404703"/>
            <a:chExt cx="143542" cy="142812"/>
          </a:xfrm>
        </p:grpSpPr>
        <p:cxnSp>
          <p:nvCxnSpPr>
            <p:cNvPr id="196" name="Straight Connector 195"/>
            <p:cNvCxnSpPr/>
            <p:nvPr/>
          </p:nvCxnSpPr>
          <p:spPr>
            <a:xfrm flipH="1">
              <a:off x="7753097" y="3404703"/>
              <a:ext cx="143542" cy="1428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>
              <a:off x="7756919" y="3404703"/>
              <a:ext cx="138417" cy="1428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0" name="Freeform 199"/>
          <p:cNvSpPr/>
          <p:nvPr/>
        </p:nvSpPr>
        <p:spPr>
          <a:xfrm>
            <a:off x="7181083" y="5068948"/>
            <a:ext cx="163434" cy="152175"/>
          </a:xfrm>
          <a:custGeom>
            <a:avLst/>
            <a:gdLst>
              <a:gd name="connsiteX0" fmla="*/ 246380 w 723900"/>
              <a:gd name="connsiteY0" fmla="*/ 0 h 670560"/>
              <a:gd name="connsiteX1" fmla="*/ 492760 w 723900"/>
              <a:gd name="connsiteY1" fmla="*/ 0 h 670560"/>
              <a:gd name="connsiteX2" fmla="*/ 492760 w 723900"/>
              <a:gd name="connsiteY2" fmla="*/ 226060 h 670560"/>
              <a:gd name="connsiteX3" fmla="*/ 723900 w 723900"/>
              <a:gd name="connsiteY3" fmla="*/ 226060 h 670560"/>
              <a:gd name="connsiteX4" fmla="*/ 723900 w 723900"/>
              <a:gd name="connsiteY4" fmla="*/ 426720 h 670560"/>
              <a:gd name="connsiteX5" fmla="*/ 495300 w 723900"/>
              <a:gd name="connsiteY5" fmla="*/ 426720 h 670560"/>
              <a:gd name="connsiteX6" fmla="*/ 495300 w 723900"/>
              <a:gd name="connsiteY6" fmla="*/ 670560 h 670560"/>
              <a:gd name="connsiteX7" fmla="*/ 259080 w 723900"/>
              <a:gd name="connsiteY7" fmla="*/ 670560 h 670560"/>
              <a:gd name="connsiteX8" fmla="*/ 259080 w 723900"/>
              <a:gd name="connsiteY8" fmla="*/ 431800 h 670560"/>
              <a:gd name="connsiteX9" fmla="*/ 0 w 723900"/>
              <a:gd name="connsiteY9" fmla="*/ 431800 h 670560"/>
              <a:gd name="connsiteX10" fmla="*/ 0 w 723900"/>
              <a:gd name="connsiteY10" fmla="*/ 226060 h 670560"/>
              <a:gd name="connsiteX11" fmla="*/ 251460 w 723900"/>
              <a:gd name="connsiteY11" fmla="*/ 226060 h 670560"/>
              <a:gd name="connsiteX12" fmla="*/ 246380 w 723900"/>
              <a:gd name="connsiteY12" fmla="*/ 0 h 670560"/>
              <a:gd name="connsiteX0" fmla="*/ 246380 w 723900"/>
              <a:gd name="connsiteY0" fmla="*/ 0 h 670560"/>
              <a:gd name="connsiteX1" fmla="*/ 492760 w 723900"/>
              <a:gd name="connsiteY1" fmla="*/ 0 h 670560"/>
              <a:gd name="connsiteX2" fmla="*/ 492760 w 723900"/>
              <a:gd name="connsiteY2" fmla="*/ 226060 h 670560"/>
              <a:gd name="connsiteX3" fmla="*/ 723900 w 723900"/>
              <a:gd name="connsiteY3" fmla="*/ 226060 h 670560"/>
              <a:gd name="connsiteX4" fmla="*/ 723900 w 723900"/>
              <a:gd name="connsiteY4" fmla="*/ 426720 h 670560"/>
              <a:gd name="connsiteX5" fmla="*/ 495300 w 723900"/>
              <a:gd name="connsiteY5" fmla="*/ 426720 h 670560"/>
              <a:gd name="connsiteX6" fmla="*/ 495300 w 723900"/>
              <a:gd name="connsiteY6" fmla="*/ 670560 h 670560"/>
              <a:gd name="connsiteX7" fmla="*/ 259080 w 723900"/>
              <a:gd name="connsiteY7" fmla="*/ 670560 h 670560"/>
              <a:gd name="connsiteX8" fmla="*/ 259080 w 723900"/>
              <a:gd name="connsiteY8" fmla="*/ 431800 h 670560"/>
              <a:gd name="connsiteX9" fmla="*/ 0 w 723900"/>
              <a:gd name="connsiteY9" fmla="*/ 431800 h 670560"/>
              <a:gd name="connsiteX10" fmla="*/ 18342 w 723900"/>
              <a:gd name="connsiteY10" fmla="*/ 226060 h 670560"/>
              <a:gd name="connsiteX11" fmla="*/ 251460 w 723900"/>
              <a:gd name="connsiteY11" fmla="*/ 226060 h 670560"/>
              <a:gd name="connsiteX12" fmla="*/ 246380 w 723900"/>
              <a:gd name="connsiteY12" fmla="*/ 0 h 670560"/>
              <a:gd name="connsiteX0" fmla="*/ 228038 w 705558"/>
              <a:gd name="connsiteY0" fmla="*/ 0 h 670560"/>
              <a:gd name="connsiteX1" fmla="*/ 474418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40738 w 705558"/>
              <a:gd name="connsiteY7" fmla="*/ 670560 h 670560"/>
              <a:gd name="connsiteX8" fmla="*/ 240738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33118 w 705558"/>
              <a:gd name="connsiteY11" fmla="*/ 226060 h 670560"/>
              <a:gd name="connsiteX12" fmla="*/ 228038 w 705558"/>
              <a:gd name="connsiteY12" fmla="*/ 0 h 670560"/>
              <a:gd name="connsiteX0" fmla="*/ 228038 w 705558"/>
              <a:gd name="connsiteY0" fmla="*/ 0 h 670560"/>
              <a:gd name="connsiteX1" fmla="*/ 474418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40738 w 705558"/>
              <a:gd name="connsiteY7" fmla="*/ 670560 h 670560"/>
              <a:gd name="connsiteX8" fmla="*/ 240738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29042 w 705558"/>
              <a:gd name="connsiteY11" fmla="*/ 227965 h 670560"/>
              <a:gd name="connsiteX12" fmla="*/ 228038 w 705558"/>
              <a:gd name="connsiteY12" fmla="*/ 0 h 670560"/>
              <a:gd name="connsiteX0" fmla="*/ 228038 w 705558"/>
              <a:gd name="connsiteY0" fmla="*/ 0 h 670560"/>
              <a:gd name="connsiteX1" fmla="*/ 474418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40738 w 705558"/>
              <a:gd name="connsiteY7" fmla="*/ 670560 h 670560"/>
              <a:gd name="connsiteX8" fmla="*/ 234624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29042 w 705558"/>
              <a:gd name="connsiteY11" fmla="*/ 227965 h 670560"/>
              <a:gd name="connsiteX12" fmla="*/ 228038 w 705558"/>
              <a:gd name="connsiteY12" fmla="*/ 0 h 670560"/>
              <a:gd name="connsiteX0" fmla="*/ 228038 w 705558"/>
              <a:gd name="connsiteY0" fmla="*/ 0 h 670560"/>
              <a:gd name="connsiteX1" fmla="*/ 474418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2586 w 705558"/>
              <a:gd name="connsiteY7" fmla="*/ 670560 h 670560"/>
              <a:gd name="connsiteX8" fmla="*/ 234624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29042 w 705558"/>
              <a:gd name="connsiteY11" fmla="*/ 227965 h 670560"/>
              <a:gd name="connsiteX12" fmla="*/ 228038 w 705558"/>
              <a:gd name="connsiteY12" fmla="*/ 0 h 670560"/>
              <a:gd name="connsiteX0" fmla="*/ 228038 w 705558"/>
              <a:gd name="connsiteY0" fmla="*/ 0 h 670560"/>
              <a:gd name="connsiteX1" fmla="*/ 474418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6662 w 705558"/>
              <a:gd name="connsiteY7" fmla="*/ 670560 h 670560"/>
              <a:gd name="connsiteX8" fmla="*/ 234624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29042 w 705558"/>
              <a:gd name="connsiteY11" fmla="*/ 227965 h 670560"/>
              <a:gd name="connsiteX12" fmla="*/ 228038 w 705558"/>
              <a:gd name="connsiteY12" fmla="*/ 0 h 670560"/>
              <a:gd name="connsiteX0" fmla="*/ 228038 w 705558"/>
              <a:gd name="connsiteY0" fmla="*/ 0 h 670560"/>
              <a:gd name="connsiteX1" fmla="*/ 434749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6662 w 705558"/>
              <a:gd name="connsiteY7" fmla="*/ 670560 h 670560"/>
              <a:gd name="connsiteX8" fmla="*/ 234624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29042 w 705558"/>
              <a:gd name="connsiteY11" fmla="*/ 227965 h 670560"/>
              <a:gd name="connsiteX12" fmla="*/ 228038 w 705558"/>
              <a:gd name="connsiteY12" fmla="*/ 0 h 670560"/>
              <a:gd name="connsiteX0" fmla="*/ 267706 w 705558"/>
              <a:gd name="connsiteY0" fmla="*/ 2373 h 670560"/>
              <a:gd name="connsiteX1" fmla="*/ 434749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6662 w 705558"/>
              <a:gd name="connsiteY7" fmla="*/ 670560 h 670560"/>
              <a:gd name="connsiteX8" fmla="*/ 234624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29042 w 705558"/>
              <a:gd name="connsiteY11" fmla="*/ 227965 h 670560"/>
              <a:gd name="connsiteX12" fmla="*/ 267706 w 705558"/>
              <a:gd name="connsiteY12" fmla="*/ 2373 h 670560"/>
              <a:gd name="connsiteX0" fmla="*/ 267706 w 705558"/>
              <a:gd name="connsiteY0" fmla="*/ 2373 h 670560"/>
              <a:gd name="connsiteX1" fmla="*/ 434749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6662 w 705558"/>
              <a:gd name="connsiteY7" fmla="*/ 670560 h 670560"/>
              <a:gd name="connsiteX8" fmla="*/ 234624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63422 w 705558"/>
              <a:gd name="connsiteY11" fmla="*/ 230339 h 670560"/>
              <a:gd name="connsiteX12" fmla="*/ 267706 w 705558"/>
              <a:gd name="connsiteY12" fmla="*/ 2373 h 670560"/>
              <a:gd name="connsiteX0" fmla="*/ 267706 w 705558"/>
              <a:gd name="connsiteY0" fmla="*/ 2373 h 670560"/>
              <a:gd name="connsiteX1" fmla="*/ 434749 w 705558"/>
              <a:gd name="connsiteY1" fmla="*/ 0 h 670560"/>
              <a:gd name="connsiteX2" fmla="*/ 440038 w 705558"/>
              <a:gd name="connsiteY2" fmla="*/ 228434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6662 w 705558"/>
              <a:gd name="connsiteY7" fmla="*/ 670560 h 670560"/>
              <a:gd name="connsiteX8" fmla="*/ 234624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63422 w 705558"/>
              <a:gd name="connsiteY11" fmla="*/ 230339 h 670560"/>
              <a:gd name="connsiteX12" fmla="*/ 267706 w 705558"/>
              <a:gd name="connsiteY12" fmla="*/ 2373 h 670560"/>
              <a:gd name="connsiteX0" fmla="*/ 267706 w 705558"/>
              <a:gd name="connsiteY0" fmla="*/ 2373 h 670560"/>
              <a:gd name="connsiteX1" fmla="*/ 434749 w 705558"/>
              <a:gd name="connsiteY1" fmla="*/ 0 h 670560"/>
              <a:gd name="connsiteX2" fmla="*/ 440038 w 705558"/>
              <a:gd name="connsiteY2" fmla="*/ 228434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6662 w 705558"/>
              <a:gd name="connsiteY7" fmla="*/ 670560 h 670560"/>
              <a:gd name="connsiteX8" fmla="*/ 234624 w 705558"/>
              <a:gd name="connsiteY8" fmla="*/ 431800 h 670560"/>
              <a:gd name="connsiteX9" fmla="*/ 5289 w 705558"/>
              <a:gd name="connsiteY9" fmla="*/ 403319 h 670560"/>
              <a:gd name="connsiteX10" fmla="*/ 0 w 705558"/>
              <a:gd name="connsiteY10" fmla="*/ 226060 h 670560"/>
              <a:gd name="connsiteX11" fmla="*/ 263422 w 705558"/>
              <a:gd name="connsiteY11" fmla="*/ 230339 h 670560"/>
              <a:gd name="connsiteX12" fmla="*/ 267706 w 705558"/>
              <a:gd name="connsiteY12" fmla="*/ 2373 h 670560"/>
              <a:gd name="connsiteX0" fmla="*/ 267706 w 705558"/>
              <a:gd name="connsiteY0" fmla="*/ 2373 h 670560"/>
              <a:gd name="connsiteX1" fmla="*/ 434749 w 705558"/>
              <a:gd name="connsiteY1" fmla="*/ 0 h 670560"/>
              <a:gd name="connsiteX2" fmla="*/ 440038 w 705558"/>
              <a:gd name="connsiteY2" fmla="*/ 228434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6662 w 705558"/>
              <a:gd name="connsiteY7" fmla="*/ 670560 h 670560"/>
              <a:gd name="connsiteX8" fmla="*/ 237269 w 705558"/>
              <a:gd name="connsiteY8" fmla="*/ 403319 h 670560"/>
              <a:gd name="connsiteX9" fmla="*/ 5289 w 705558"/>
              <a:gd name="connsiteY9" fmla="*/ 403319 h 670560"/>
              <a:gd name="connsiteX10" fmla="*/ 0 w 705558"/>
              <a:gd name="connsiteY10" fmla="*/ 226060 h 670560"/>
              <a:gd name="connsiteX11" fmla="*/ 263422 w 705558"/>
              <a:gd name="connsiteY11" fmla="*/ 230339 h 670560"/>
              <a:gd name="connsiteX12" fmla="*/ 267706 w 705558"/>
              <a:gd name="connsiteY12" fmla="*/ 2373 h 670560"/>
              <a:gd name="connsiteX0" fmla="*/ 262417 w 700269"/>
              <a:gd name="connsiteY0" fmla="*/ 2373 h 670560"/>
              <a:gd name="connsiteX1" fmla="*/ 429460 w 700269"/>
              <a:gd name="connsiteY1" fmla="*/ 0 h 670560"/>
              <a:gd name="connsiteX2" fmla="*/ 434749 w 700269"/>
              <a:gd name="connsiteY2" fmla="*/ 228434 h 670560"/>
              <a:gd name="connsiteX3" fmla="*/ 700269 w 700269"/>
              <a:gd name="connsiteY3" fmla="*/ 226060 h 670560"/>
              <a:gd name="connsiteX4" fmla="*/ 700269 w 700269"/>
              <a:gd name="connsiteY4" fmla="*/ 426720 h 670560"/>
              <a:gd name="connsiteX5" fmla="*/ 471669 w 700269"/>
              <a:gd name="connsiteY5" fmla="*/ 426720 h 670560"/>
              <a:gd name="connsiteX6" fmla="*/ 471669 w 700269"/>
              <a:gd name="connsiteY6" fmla="*/ 670560 h 670560"/>
              <a:gd name="connsiteX7" fmla="*/ 231373 w 700269"/>
              <a:gd name="connsiteY7" fmla="*/ 670560 h 670560"/>
              <a:gd name="connsiteX8" fmla="*/ 231980 w 700269"/>
              <a:gd name="connsiteY8" fmla="*/ 403319 h 670560"/>
              <a:gd name="connsiteX9" fmla="*/ 0 w 700269"/>
              <a:gd name="connsiteY9" fmla="*/ 403319 h 670560"/>
              <a:gd name="connsiteX10" fmla="*/ 0 w 700269"/>
              <a:gd name="connsiteY10" fmla="*/ 247421 h 670560"/>
              <a:gd name="connsiteX11" fmla="*/ 258133 w 700269"/>
              <a:gd name="connsiteY11" fmla="*/ 230339 h 670560"/>
              <a:gd name="connsiteX12" fmla="*/ 262417 w 700269"/>
              <a:gd name="connsiteY12" fmla="*/ 2373 h 670560"/>
              <a:gd name="connsiteX0" fmla="*/ 262417 w 700269"/>
              <a:gd name="connsiteY0" fmla="*/ 2373 h 670560"/>
              <a:gd name="connsiteX1" fmla="*/ 429460 w 700269"/>
              <a:gd name="connsiteY1" fmla="*/ 0 h 670560"/>
              <a:gd name="connsiteX2" fmla="*/ 434749 w 700269"/>
              <a:gd name="connsiteY2" fmla="*/ 228434 h 670560"/>
              <a:gd name="connsiteX3" fmla="*/ 700269 w 700269"/>
              <a:gd name="connsiteY3" fmla="*/ 226060 h 670560"/>
              <a:gd name="connsiteX4" fmla="*/ 700269 w 700269"/>
              <a:gd name="connsiteY4" fmla="*/ 426720 h 670560"/>
              <a:gd name="connsiteX5" fmla="*/ 471669 w 700269"/>
              <a:gd name="connsiteY5" fmla="*/ 426720 h 670560"/>
              <a:gd name="connsiteX6" fmla="*/ 471669 w 700269"/>
              <a:gd name="connsiteY6" fmla="*/ 670560 h 670560"/>
              <a:gd name="connsiteX7" fmla="*/ 231373 w 700269"/>
              <a:gd name="connsiteY7" fmla="*/ 670560 h 670560"/>
              <a:gd name="connsiteX8" fmla="*/ 231980 w 700269"/>
              <a:gd name="connsiteY8" fmla="*/ 403319 h 670560"/>
              <a:gd name="connsiteX9" fmla="*/ 0 w 700269"/>
              <a:gd name="connsiteY9" fmla="*/ 403319 h 670560"/>
              <a:gd name="connsiteX10" fmla="*/ 0 w 700269"/>
              <a:gd name="connsiteY10" fmla="*/ 247421 h 670560"/>
              <a:gd name="connsiteX11" fmla="*/ 258133 w 700269"/>
              <a:gd name="connsiteY11" fmla="*/ 242206 h 670560"/>
              <a:gd name="connsiteX12" fmla="*/ 262417 w 700269"/>
              <a:gd name="connsiteY12" fmla="*/ 2373 h 670560"/>
              <a:gd name="connsiteX0" fmla="*/ 262417 w 700269"/>
              <a:gd name="connsiteY0" fmla="*/ 2373 h 670560"/>
              <a:gd name="connsiteX1" fmla="*/ 429460 w 700269"/>
              <a:gd name="connsiteY1" fmla="*/ 0 h 670560"/>
              <a:gd name="connsiteX2" fmla="*/ 434749 w 700269"/>
              <a:gd name="connsiteY2" fmla="*/ 228434 h 670560"/>
              <a:gd name="connsiteX3" fmla="*/ 700269 w 700269"/>
              <a:gd name="connsiteY3" fmla="*/ 226060 h 670560"/>
              <a:gd name="connsiteX4" fmla="*/ 700269 w 700269"/>
              <a:gd name="connsiteY4" fmla="*/ 426720 h 670560"/>
              <a:gd name="connsiteX5" fmla="*/ 471669 w 700269"/>
              <a:gd name="connsiteY5" fmla="*/ 426720 h 670560"/>
              <a:gd name="connsiteX6" fmla="*/ 471669 w 700269"/>
              <a:gd name="connsiteY6" fmla="*/ 670560 h 670560"/>
              <a:gd name="connsiteX7" fmla="*/ 231373 w 700269"/>
              <a:gd name="connsiteY7" fmla="*/ 670560 h 670560"/>
              <a:gd name="connsiteX8" fmla="*/ 255782 w 700269"/>
              <a:gd name="connsiteY8" fmla="*/ 405693 h 670560"/>
              <a:gd name="connsiteX9" fmla="*/ 0 w 700269"/>
              <a:gd name="connsiteY9" fmla="*/ 403319 h 670560"/>
              <a:gd name="connsiteX10" fmla="*/ 0 w 700269"/>
              <a:gd name="connsiteY10" fmla="*/ 247421 h 670560"/>
              <a:gd name="connsiteX11" fmla="*/ 258133 w 700269"/>
              <a:gd name="connsiteY11" fmla="*/ 242206 h 670560"/>
              <a:gd name="connsiteX12" fmla="*/ 262417 w 700269"/>
              <a:gd name="connsiteY12" fmla="*/ 2373 h 670560"/>
              <a:gd name="connsiteX0" fmla="*/ 262417 w 700269"/>
              <a:gd name="connsiteY0" fmla="*/ 2373 h 670560"/>
              <a:gd name="connsiteX1" fmla="*/ 429460 w 700269"/>
              <a:gd name="connsiteY1" fmla="*/ 0 h 670560"/>
              <a:gd name="connsiteX2" fmla="*/ 434749 w 700269"/>
              <a:gd name="connsiteY2" fmla="*/ 228434 h 670560"/>
              <a:gd name="connsiteX3" fmla="*/ 700269 w 700269"/>
              <a:gd name="connsiteY3" fmla="*/ 226060 h 670560"/>
              <a:gd name="connsiteX4" fmla="*/ 700269 w 700269"/>
              <a:gd name="connsiteY4" fmla="*/ 426720 h 670560"/>
              <a:gd name="connsiteX5" fmla="*/ 471669 w 700269"/>
              <a:gd name="connsiteY5" fmla="*/ 426720 h 670560"/>
              <a:gd name="connsiteX6" fmla="*/ 471669 w 700269"/>
              <a:gd name="connsiteY6" fmla="*/ 670560 h 670560"/>
              <a:gd name="connsiteX7" fmla="*/ 257819 w 700269"/>
              <a:gd name="connsiteY7" fmla="*/ 670560 h 670560"/>
              <a:gd name="connsiteX8" fmla="*/ 255782 w 700269"/>
              <a:gd name="connsiteY8" fmla="*/ 405693 h 670560"/>
              <a:gd name="connsiteX9" fmla="*/ 0 w 700269"/>
              <a:gd name="connsiteY9" fmla="*/ 403319 h 670560"/>
              <a:gd name="connsiteX10" fmla="*/ 0 w 700269"/>
              <a:gd name="connsiteY10" fmla="*/ 247421 h 670560"/>
              <a:gd name="connsiteX11" fmla="*/ 258133 w 700269"/>
              <a:gd name="connsiteY11" fmla="*/ 242206 h 670560"/>
              <a:gd name="connsiteX12" fmla="*/ 262417 w 700269"/>
              <a:gd name="connsiteY12" fmla="*/ 2373 h 670560"/>
              <a:gd name="connsiteX0" fmla="*/ 262417 w 700269"/>
              <a:gd name="connsiteY0" fmla="*/ 2373 h 670560"/>
              <a:gd name="connsiteX1" fmla="*/ 429460 w 700269"/>
              <a:gd name="connsiteY1" fmla="*/ 0 h 670560"/>
              <a:gd name="connsiteX2" fmla="*/ 434749 w 700269"/>
              <a:gd name="connsiteY2" fmla="*/ 228434 h 670560"/>
              <a:gd name="connsiteX3" fmla="*/ 700269 w 700269"/>
              <a:gd name="connsiteY3" fmla="*/ 226060 h 670560"/>
              <a:gd name="connsiteX4" fmla="*/ 700269 w 700269"/>
              <a:gd name="connsiteY4" fmla="*/ 426720 h 670560"/>
              <a:gd name="connsiteX5" fmla="*/ 445223 w 700269"/>
              <a:gd name="connsiteY5" fmla="*/ 407732 h 670560"/>
              <a:gd name="connsiteX6" fmla="*/ 471669 w 700269"/>
              <a:gd name="connsiteY6" fmla="*/ 670560 h 670560"/>
              <a:gd name="connsiteX7" fmla="*/ 257819 w 700269"/>
              <a:gd name="connsiteY7" fmla="*/ 670560 h 670560"/>
              <a:gd name="connsiteX8" fmla="*/ 255782 w 700269"/>
              <a:gd name="connsiteY8" fmla="*/ 405693 h 670560"/>
              <a:gd name="connsiteX9" fmla="*/ 0 w 700269"/>
              <a:gd name="connsiteY9" fmla="*/ 403319 h 670560"/>
              <a:gd name="connsiteX10" fmla="*/ 0 w 700269"/>
              <a:gd name="connsiteY10" fmla="*/ 247421 h 670560"/>
              <a:gd name="connsiteX11" fmla="*/ 258133 w 700269"/>
              <a:gd name="connsiteY11" fmla="*/ 242206 h 670560"/>
              <a:gd name="connsiteX12" fmla="*/ 262417 w 700269"/>
              <a:gd name="connsiteY12" fmla="*/ 2373 h 670560"/>
              <a:gd name="connsiteX0" fmla="*/ 262417 w 700269"/>
              <a:gd name="connsiteY0" fmla="*/ 2373 h 670560"/>
              <a:gd name="connsiteX1" fmla="*/ 429460 w 700269"/>
              <a:gd name="connsiteY1" fmla="*/ 0 h 670560"/>
              <a:gd name="connsiteX2" fmla="*/ 434749 w 700269"/>
              <a:gd name="connsiteY2" fmla="*/ 228434 h 670560"/>
              <a:gd name="connsiteX3" fmla="*/ 700269 w 700269"/>
              <a:gd name="connsiteY3" fmla="*/ 226060 h 670560"/>
              <a:gd name="connsiteX4" fmla="*/ 700269 w 700269"/>
              <a:gd name="connsiteY4" fmla="*/ 426720 h 670560"/>
              <a:gd name="connsiteX5" fmla="*/ 445223 w 700269"/>
              <a:gd name="connsiteY5" fmla="*/ 407732 h 670560"/>
              <a:gd name="connsiteX6" fmla="*/ 450512 w 700269"/>
              <a:gd name="connsiteY6" fmla="*/ 670560 h 670560"/>
              <a:gd name="connsiteX7" fmla="*/ 257819 w 700269"/>
              <a:gd name="connsiteY7" fmla="*/ 670560 h 670560"/>
              <a:gd name="connsiteX8" fmla="*/ 255782 w 700269"/>
              <a:gd name="connsiteY8" fmla="*/ 405693 h 670560"/>
              <a:gd name="connsiteX9" fmla="*/ 0 w 700269"/>
              <a:gd name="connsiteY9" fmla="*/ 403319 h 670560"/>
              <a:gd name="connsiteX10" fmla="*/ 0 w 700269"/>
              <a:gd name="connsiteY10" fmla="*/ 247421 h 670560"/>
              <a:gd name="connsiteX11" fmla="*/ 258133 w 700269"/>
              <a:gd name="connsiteY11" fmla="*/ 242206 h 670560"/>
              <a:gd name="connsiteX12" fmla="*/ 262417 w 700269"/>
              <a:gd name="connsiteY12" fmla="*/ 2373 h 670560"/>
              <a:gd name="connsiteX0" fmla="*/ 262417 w 702914"/>
              <a:gd name="connsiteY0" fmla="*/ 2373 h 670560"/>
              <a:gd name="connsiteX1" fmla="*/ 429460 w 702914"/>
              <a:gd name="connsiteY1" fmla="*/ 0 h 670560"/>
              <a:gd name="connsiteX2" fmla="*/ 434749 w 702914"/>
              <a:gd name="connsiteY2" fmla="*/ 228434 h 670560"/>
              <a:gd name="connsiteX3" fmla="*/ 700269 w 702914"/>
              <a:gd name="connsiteY3" fmla="*/ 226060 h 670560"/>
              <a:gd name="connsiteX4" fmla="*/ 702914 w 702914"/>
              <a:gd name="connsiteY4" fmla="*/ 407732 h 670560"/>
              <a:gd name="connsiteX5" fmla="*/ 445223 w 702914"/>
              <a:gd name="connsiteY5" fmla="*/ 407732 h 670560"/>
              <a:gd name="connsiteX6" fmla="*/ 450512 w 702914"/>
              <a:gd name="connsiteY6" fmla="*/ 670560 h 670560"/>
              <a:gd name="connsiteX7" fmla="*/ 257819 w 702914"/>
              <a:gd name="connsiteY7" fmla="*/ 670560 h 670560"/>
              <a:gd name="connsiteX8" fmla="*/ 255782 w 702914"/>
              <a:gd name="connsiteY8" fmla="*/ 405693 h 670560"/>
              <a:gd name="connsiteX9" fmla="*/ 0 w 702914"/>
              <a:gd name="connsiteY9" fmla="*/ 403319 h 670560"/>
              <a:gd name="connsiteX10" fmla="*/ 0 w 702914"/>
              <a:gd name="connsiteY10" fmla="*/ 247421 h 670560"/>
              <a:gd name="connsiteX11" fmla="*/ 258133 w 702914"/>
              <a:gd name="connsiteY11" fmla="*/ 242206 h 670560"/>
              <a:gd name="connsiteX12" fmla="*/ 262417 w 702914"/>
              <a:gd name="connsiteY12" fmla="*/ 2373 h 670560"/>
              <a:gd name="connsiteX0" fmla="*/ 262417 w 702914"/>
              <a:gd name="connsiteY0" fmla="*/ 2373 h 670560"/>
              <a:gd name="connsiteX1" fmla="*/ 429460 w 702914"/>
              <a:gd name="connsiteY1" fmla="*/ 0 h 670560"/>
              <a:gd name="connsiteX2" fmla="*/ 434749 w 702914"/>
              <a:gd name="connsiteY2" fmla="*/ 247421 h 670560"/>
              <a:gd name="connsiteX3" fmla="*/ 700269 w 702914"/>
              <a:gd name="connsiteY3" fmla="*/ 226060 h 670560"/>
              <a:gd name="connsiteX4" fmla="*/ 702914 w 702914"/>
              <a:gd name="connsiteY4" fmla="*/ 407732 h 670560"/>
              <a:gd name="connsiteX5" fmla="*/ 445223 w 702914"/>
              <a:gd name="connsiteY5" fmla="*/ 407732 h 670560"/>
              <a:gd name="connsiteX6" fmla="*/ 450512 w 702914"/>
              <a:gd name="connsiteY6" fmla="*/ 670560 h 670560"/>
              <a:gd name="connsiteX7" fmla="*/ 257819 w 702914"/>
              <a:gd name="connsiteY7" fmla="*/ 670560 h 670560"/>
              <a:gd name="connsiteX8" fmla="*/ 255782 w 702914"/>
              <a:gd name="connsiteY8" fmla="*/ 405693 h 670560"/>
              <a:gd name="connsiteX9" fmla="*/ 0 w 702914"/>
              <a:gd name="connsiteY9" fmla="*/ 403319 h 670560"/>
              <a:gd name="connsiteX10" fmla="*/ 0 w 702914"/>
              <a:gd name="connsiteY10" fmla="*/ 247421 h 670560"/>
              <a:gd name="connsiteX11" fmla="*/ 258133 w 702914"/>
              <a:gd name="connsiteY11" fmla="*/ 242206 h 670560"/>
              <a:gd name="connsiteX12" fmla="*/ 262417 w 702914"/>
              <a:gd name="connsiteY12" fmla="*/ 2373 h 670560"/>
              <a:gd name="connsiteX0" fmla="*/ 262417 w 702914"/>
              <a:gd name="connsiteY0" fmla="*/ 2373 h 670560"/>
              <a:gd name="connsiteX1" fmla="*/ 429460 w 702914"/>
              <a:gd name="connsiteY1" fmla="*/ 0 h 670560"/>
              <a:gd name="connsiteX2" fmla="*/ 434749 w 702914"/>
              <a:gd name="connsiteY2" fmla="*/ 247421 h 670560"/>
              <a:gd name="connsiteX3" fmla="*/ 700269 w 702914"/>
              <a:gd name="connsiteY3" fmla="*/ 226060 h 670560"/>
              <a:gd name="connsiteX4" fmla="*/ 702914 w 702914"/>
              <a:gd name="connsiteY4" fmla="*/ 407732 h 670560"/>
              <a:gd name="connsiteX5" fmla="*/ 445223 w 702914"/>
              <a:gd name="connsiteY5" fmla="*/ 407732 h 670560"/>
              <a:gd name="connsiteX6" fmla="*/ 450512 w 702914"/>
              <a:gd name="connsiteY6" fmla="*/ 670560 h 670560"/>
              <a:gd name="connsiteX7" fmla="*/ 257819 w 702914"/>
              <a:gd name="connsiteY7" fmla="*/ 670560 h 670560"/>
              <a:gd name="connsiteX8" fmla="*/ 255782 w 702914"/>
              <a:gd name="connsiteY8" fmla="*/ 405693 h 670560"/>
              <a:gd name="connsiteX9" fmla="*/ 0 w 702914"/>
              <a:gd name="connsiteY9" fmla="*/ 403319 h 670560"/>
              <a:gd name="connsiteX10" fmla="*/ 0 w 702914"/>
              <a:gd name="connsiteY10" fmla="*/ 247421 h 670560"/>
              <a:gd name="connsiteX11" fmla="*/ 260778 w 702914"/>
              <a:gd name="connsiteY11" fmla="*/ 249326 h 670560"/>
              <a:gd name="connsiteX12" fmla="*/ 262417 w 702914"/>
              <a:gd name="connsiteY12" fmla="*/ 2373 h 670560"/>
              <a:gd name="connsiteX0" fmla="*/ 262417 w 703168"/>
              <a:gd name="connsiteY0" fmla="*/ 2373 h 670560"/>
              <a:gd name="connsiteX1" fmla="*/ 429460 w 703168"/>
              <a:gd name="connsiteY1" fmla="*/ 0 h 670560"/>
              <a:gd name="connsiteX2" fmla="*/ 434749 w 703168"/>
              <a:gd name="connsiteY2" fmla="*/ 247421 h 670560"/>
              <a:gd name="connsiteX3" fmla="*/ 702914 w 703168"/>
              <a:gd name="connsiteY3" fmla="*/ 247421 h 670560"/>
              <a:gd name="connsiteX4" fmla="*/ 702914 w 703168"/>
              <a:gd name="connsiteY4" fmla="*/ 407732 h 670560"/>
              <a:gd name="connsiteX5" fmla="*/ 445223 w 703168"/>
              <a:gd name="connsiteY5" fmla="*/ 407732 h 670560"/>
              <a:gd name="connsiteX6" fmla="*/ 450512 w 703168"/>
              <a:gd name="connsiteY6" fmla="*/ 670560 h 670560"/>
              <a:gd name="connsiteX7" fmla="*/ 257819 w 703168"/>
              <a:gd name="connsiteY7" fmla="*/ 670560 h 670560"/>
              <a:gd name="connsiteX8" fmla="*/ 255782 w 703168"/>
              <a:gd name="connsiteY8" fmla="*/ 405693 h 670560"/>
              <a:gd name="connsiteX9" fmla="*/ 0 w 703168"/>
              <a:gd name="connsiteY9" fmla="*/ 403319 h 670560"/>
              <a:gd name="connsiteX10" fmla="*/ 0 w 703168"/>
              <a:gd name="connsiteY10" fmla="*/ 247421 h 670560"/>
              <a:gd name="connsiteX11" fmla="*/ 260778 w 703168"/>
              <a:gd name="connsiteY11" fmla="*/ 249326 h 670560"/>
              <a:gd name="connsiteX12" fmla="*/ 262417 w 703168"/>
              <a:gd name="connsiteY12" fmla="*/ 2373 h 670560"/>
              <a:gd name="connsiteX0" fmla="*/ 262417 w 703168"/>
              <a:gd name="connsiteY0" fmla="*/ 2373 h 670560"/>
              <a:gd name="connsiteX1" fmla="*/ 429460 w 703168"/>
              <a:gd name="connsiteY1" fmla="*/ 0 h 670560"/>
              <a:gd name="connsiteX2" fmla="*/ 434749 w 703168"/>
              <a:gd name="connsiteY2" fmla="*/ 247421 h 670560"/>
              <a:gd name="connsiteX3" fmla="*/ 702914 w 703168"/>
              <a:gd name="connsiteY3" fmla="*/ 247421 h 670560"/>
              <a:gd name="connsiteX4" fmla="*/ 702914 w 703168"/>
              <a:gd name="connsiteY4" fmla="*/ 407732 h 670560"/>
              <a:gd name="connsiteX5" fmla="*/ 445223 w 703168"/>
              <a:gd name="connsiteY5" fmla="*/ 407732 h 670560"/>
              <a:gd name="connsiteX6" fmla="*/ 450513 w 703168"/>
              <a:gd name="connsiteY6" fmla="*/ 668187 h 670560"/>
              <a:gd name="connsiteX7" fmla="*/ 257819 w 703168"/>
              <a:gd name="connsiteY7" fmla="*/ 670560 h 670560"/>
              <a:gd name="connsiteX8" fmla="*/ 255782 w 703168"/>
              <a:gd name="connsiteY8" fmla="*/ 405693 h 670560"/>
              <a:gd name="connsiteX9" fmla="*/ 0 w 703168"/>
              <a:gd name="connsiteY9" fmla="*/ 403319 h 670560"/>
              <a:gd name="connsiteX10" fmla="*/ 0 w 703168"/>
              <a:gd name="connsiteY10" fmla="*/ 247421 h 670560"/>
              <a:gd name="connsiteX11" fmla="*/ 260778 w 703168"/>
              <a:gd name="connsiteY11" fmla="*/ 249326 h 670560"/>
              <a:gd name="connsiteX12" fmla="*/ 262417 w 703168"/>
              <a:gd name="connsiteY12" fmla="*/ 2373 h 670560"/>
              <a:gd name="connsiteX0" fmla="*/ 262417 w 703168"/>
              <a:gd name="connsiteY0" fmla="*/ 2373 h 670560"/>
              <a:gd name="connsiteX1" fmla="*/ 429460 w 703168"/>
              <a:gd name="connsiteY1" fmla="*/ 0 h 670560"/>
              <a:gd name="connsiteX2" fmla="*/ 434749 w 703168"/>
              <a:gd name="connsiteY2" fmla="*/ 247421 h 670560"/>
              <a:gd name="connsiteX3" fmla="*/ 702914 w 703168"/>
              <a:gd name="connsiteY3" fmla="*/ 247421 h 670560"/>
              <a:gd name="connsiteX4" fmla="*/ 702914 w 703168"/>
              <a:gd name="connsiteY4" fmla="*/ 407732 h 670560"/>
              <a:gd name="connsiteX5" fmla="*/ 445223 w 703168"/>
              <a:gd name="connsiteY5" fmla="*/ 407732 h 670560"/>
              <a:gd name="connsiteX6" fmla="*/ 442579 w 703168"/>
              <a:gd name="connsiteY6" fmla="*/ 670560 h 670560"/>
              <a:gd name="connsiteX7" fmla="*/ 257819 w 703168"/>
              <a:gd name="connsiteY7" fmla="*/ 670560 h 670560"/>
              <a:gd name="connsiteX8" fmla="*/ 255782 w 703168"/>
              <a:gd name="connsiteY8" fmla="*/ 405693 h 670560"/>
              <a:gd name="connsiteX9" fmla="*/ 0 w 703168"/>
              <a:gd name="connsiteY9" fmla="*/ 403319 h 670560"/>
              <a:gd name="connsiteX10" fmla="*/ 0 w 703168"/>
              <a:gd name="connsiteY10" fmla="*/ 247421 h 670560"/>
              <a:gd name="connsiteX11" fmla="*/ 260778 w 703168"/>
              <a:gd name="connsiteY11" fmla="*/ 249326 h 670560"/>
              <a:gd name="connsiteX12" fmla="*/ 262417 w 703168"/>
              <a:gd name="connsiteY12" fmla="*/ 2373 h 670560"/>
              <a:gd name="connsiteX0" fmla="*/ 262417 w 703168"/>
              <a:gd name="connsiteY0" fmla="*/ 2373 h 670560"/>
              <a:gd name="connsiteX1" fmla="*/ 429460 w 703168"/>
              <a:gd name="connsiteY1" fmla="*/ 0 h 670560"/>
              <a:gd name="connsiteX2" fmla="*/ 440038 w 703168"/>
              <a:gd name="connsiteY2" fmla="*/ 252168 h 670560"/>
              <a:gd name="connsiteX3" fmla="*/ 702914 w 703168"/>
              <a:gd name="connsiteY3" fmla="*/ 247421 h 670560"/>
              <a:gd name="connsiteX4" fmla="*/ 702914 w 703168"/>
              <a:gd name="connsiteY4" fmla="*/ 407732 h 670560"/>
              <a:gd name="connsiteX5" fmla="*/ 445223 w 703168"/>
              <a:gd name="connsiteY5" fmla="*/ 407732 h 670560"/>
              <a:gd name="connsiteX6" fmla="*/ 442579 w 703168"/>
              <a:gd name="connsiteY6" fmla="*/ 670560 h 670560"/>
              <a:gd name="connsiteX7" fmla="*/ 257819 w 703168"/>
              <a:gd name="connsiteY7" fmla="*/ 670560 h 670560"/>
              <a:gd name="connsiteX8" fmla="*/ 255782 w 703168"/>
              <a:gd name="connsiteY8" fmla="*/ 405693 h 670560"/>
              <a:gd name="connsiteX9" fmla="*/ 0 w 703168"/>
              <a:gd name="connsiteY9" fmla="*/ 403319 h 670560"/>
              <a:gd name="connsiteX10" fmla="*/ 0 w 703168"/>
              <a:gd name="connsiteY10" fmla="*/ 247421 h 670560"/>
              <a:gd name="connsiteX11" fmla="*/ 260778 w 703168"/>
              <a:gd name="connsiteY11" fmla="*/ 249326 h 670560"/>
              <a:gd name="connsiteX12" fmla="*/ 262417 w 703168"/>
              <a:gd name="connsiteY12" fmla="*/ 2373 h 670560"/>
              <a:gd name="connsiteX0" fmla="*/ 262417 w 703168"/>
              <a:gd name="connsiteY0" fmla="*/ 2373 h 670560"/>
              <a:gd name="connsiteX1" fmla="*/ 429460 w 703168"/>
              <a:gd name="connsiteY1" fmla="*/ 0 h 670560"/>
              <a:gd name="connsiteX2" fmla="*/ 440038 w 703168"/>
              <a:gd name="connsiteY2" fmla="*/ 252168 h 670560"/>
              <a:gd name="connsiteX3" fmla="*/ 702914 w 703168"/>
              <a:gd name="connsiteY3" fmla="*/ 254541 h 670560"/>
              <a:gd name="connsiteX4" fmla="*/ 702914 w 703168"/>
              <a:gd name="connsiteY4" fmla="*/ 407732 h 670560"/>
              <a:gd name="connsiteX5" fmla="*/ 445223 w 703168"/>
              <a:gd name="connsiteY5" fmla="*/ 407732 h 670560"/>
              <a:gd name="connsiteX6" fmla="*/ 442579 w 703168"/>
              <a:gd name="connsiteY6" fmla="*/ 670560 h 670560"/>
              <a:gd name="connsiteX7" fmla="*/ 257819 w 703168"/>
              <a:gd name="connsiteY7" fmla="*/ 670560 h 670560"/>
              <a:gd name="connsiteX8" fmla="*/ 255782 w 703168"/>
              <a:gd name="connsiteY8" fmla="*/ 405693 h 670560"/>
              <a:gd name="connsiteX9" fmla="*/ 0 w 703168"/>
              <a:gd name="connsiteY9" fmla="*/ 403319 h 670560"/>
              <a:gd name="connsiteX10" fmla="*/ 0 w 703168"/>
              <a:gd name="connsiteY10" fmla="*/ 247421 h 670560"/>
              <a:gd name="connsiteX11" fmla="*/ 260778 w 703168"/>
              <a:gd name="connsiteY11" fmla="*/ 249326 h 670560"/>
              <a:gd name="connsiteX12" fmla="*/ 262417 w 703168"/>
              <a:gd name="connsiteY12" fmla="*/ 2373 h 670560"/>
              <a:gd name="connsiteX0" fmla="*/ 262417 w 703168"/>
              <a:gd name="connsiteY0" fmla="*/ 0 h 668187"/>
              <a:gd name="connsiteX1" fmla="*/ 437394 w 703168"/>
              <a:gd name="connsiteY1" fmla="*/ 0 h 668187"/>
              <a:gd name="connsiteX2" fmla="*/ 440038 w 703168"/>
              <a:gd name="connsiteY2" fmla="*/ 249795 h 668187"/>
              <a:gd name="connsiteX3" fmla="*/ 702914 w 703168"/>
              <a:gd name="connsiteY3" fmla="*/ 252168 h 668187"/>
              <a:gd name="connsiteX4" fmla="*/ 702914 w 703168"/>
              <a:gd name="connsiteY4" fmla="*/ 405359 h 668187"/>
              <a:gd name="connsiteX5" fmla="*/ 445223 w 703168"/>
              <a:gd name="connsiteY5" fmla="*/ 405359 h 668187"/>
              <a:gd name="connsiteX6" fmla="*/ 442579 w 703168"/>
              <a:gd name="connsiteY6" fmla="*/ 668187 h 668187"/>
              <a:gd name="connsiteX7" fmla="*/ 257819 w 703168"/>
              <a:gd name="connsiteY7" fmla="*/ 668187 h 668187"/>
              <a:gd name="connsiteX8" fmla="*/ 255782 w 703168"/>
              <a:gd name="connsiteY8" fmla="*/ 403320 h 668187"/>
              <a:gd name="connsiteX9" fmla="*/ 0 w 703168"/>
              <a:gd name="connsiteY9" fmla="*/ 400946 h 668187"/>
              <a:gd name="connsiteX10" fmla="*/ 0 w 703168"/>
              <a:gd name="connsiteY10" fmla="*/ 245048 h 668187"/>
              <a:gd name="connsiteX11" fmla="*/ 260778 w 703168"/>
              <a:gd name="connsiteY11" fmla="*/ 246953 h 668187"/>
              <a:gd name="connsiteX12" fmla="*/ 262417 w 703168"/>
              <a:gd name="connsiteY12" fmla="*/ 0 h 668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03168" h="668187">
                <a:moveTo>
                  <a:pt x="262417" y="0"/>
                </a:moveTo>
                <a:lnTo>
                  <a:pt x="437394" y="0"/>
                </a:lnTo>
                <a:cubicBezTo>
                  <a:pt x="438275" y="83265"/>
                  <a:pt x="439157" y="166530"/>
                  <a:pt x="440038" y="249795"/>
                </a:cubicBezTo>
                <a:lnTo>
                  <a:pt x="702914" y="252168"/>
                </a:lnTo>
                <a:cubicBezTo>
                  <a:pt x="703796" y="312725"/>
                  <a:pt x="702032" y="344802"/>
                  <a:pt x="702914" y="405359"/>
                </a:cubicBezTo>
                <a:lnTo>
                  <a:pt x="445223" y="405359"/>
                </a:lnTo>
                <a:cubicBezTo>
                  <a:pt x="444342" y="492968"/>
                  <a:pt x="443460" y="580578"/>
                  <a:pt x="442579" y="668187"/>
                </a:cubicBezTo>
                <a:lnTo>
                  <a:pt x="257819" y="668187"/>
                </a:lnTo>
                <a:cubicBezTo>
                  <a:pt x="258498" y="588600"/>
                  <a:pt x="255103" y="482907"/>
                  <a:pt x="255782" y="403320"/>
                </a:cubicBezTo>
                <a:lnTo>
                  <a:pt x="0" y="400946"/>
                </a:lnTo>
                <a:lnTo>
                  <a:pt x="0" y="245048"/>
                </a:lnTo>
                <a:lnTo>
                  <a:pt x="260778" y="246953"/>
                </a:lnTo>
                <a:cubicBezTo>
                  <a:pt x="260443" y="170965"/>
                  <a:pt x="262752" y="75988"/>
                  <a:pt x="262417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1" name="Freeform 200"/>
          <p:cNvSpPr/>
          <p:nvPr/>
        </p:nvSpPr>
        <p:spPr>
          <a:xfrm rot="2700000">
            <a:off x="7170792" y="4736714"/>
            <a:ext cx="163434" cy="160096"/>
          </a:xfrm>
          <a:custGeom>
            <a:avLst/>
            <a:gdLst>
              <a:gd name="connsiteX0" fmla="*/ 246380 w 723900"/>
              <a:gd name="connsiteY0" fmla="*/ 0 h 670560"/>
              <a:gd name="connsiteX1" fmla="*/ 492760 w 723900"/>
              <a:gd name="connsiteY1" fmla="*/ 0 h 670560"/>
              <a:gd name="connsiteX2" fmla="*/ 492760 w 723900"/>
              <a:gd name="connsiteY2" fmla="*/ 226060 h 670560"/>
              <a:gd name="connsiteX3" fmla="*/ 723900 w 723900"/>
              <a:gd name="connsiteY3" fmla="*/ 226060 h 670560"/>
              <a:gd name="connsiteX4" fmla="*/ 723900 w 723900"/>
              <a:gd name="connsiteY4" fmla="*/ 426720 h 670560"/>
              <a:gd name="connsiteX5" fmla="*/ 495300 w 723900"/>
              <a:gd name="connsiteY5" fmla="*/ 426720 h 670560"/>
              <a:gd name="connsiteX6" fmla="*/ 495300 w 723900"/>
              <a:gd name="connsiteY6" fmla="*/ 670560 h 670560"/>
              <a:gd name="connsiteX7" fmla="*/ 259080 w 723900"/>
              <a:gd name="connsiteY7" fmla="*/ 670560 h 670560"/>
              <a:gd name="connsiteX8" fmla="*/ 259080 w 723900"/>
              <a:gd name="connsiteY8" fmla="*/ 431800 h 670560"/>
              <a:gd name="connsiteX9" fmla="*/ 0 w 723900"/>
              <a:gd name="connsiteY9" fmla="*/ 431800 h 670560"/>
              <a:gd name="connsiteX10" fmla="*/ 0 w 723900"/>
              <a:gd name="connsiteY10" fmla="*/ 226060 h 670560"/>
              <a:gd name="connsiteX11" fmla="*/ 251460 w 723900"/>
              <a:gd name="connsiteY11" fmla="*/ 226060 h 670560"/>
              <a:gd name="connsiteX12" fmla="*/ 246380 w 723900"/>
              <a:gd name="connsiteY12" fmla="*/ 0 h 670560"/>
              <a:gd name="connsiteX0" fmla="*/ 246380 w 723900"/>
              <a:gd name="connsiteY0" fmla="*/ 0 h 670560"/>
              <a:gd name="connsiteX1" fmla="*/ 492760 w 723900"/>
              <a:gd name="connsiteY1" fmla="*/ 0 h 670560"/>
              <a:gd name="connsiteX2" fmla="*/ 492760 w 723900"/>
              <a:gd name="connsiteY2" fmla="*/ 226060 h 670560"/>
              <a:gd name="connsiteX3" fmla="*/ 723900 w 723900"/>
              <a:gd name="connsiteY3" fmla="*/ 226060 h 670560"/>
              <a:gd name="connsiteX4" fmla="*/ 723900 w 723900"/>
              <a:gd name="connsiteY4" fmla="*/ 426720 h 670560"/>
              <a:gd name="connsiteX5" fmla="*/ 495300 w 723900"/>
              <a:gd name="connsiteY5" fmla="*/ 426720 h 670560"/>
              <a:gd name="connsiteX6" fmla="*/ 495300 w 723900"/>
              <a:gd name="connsiteY6" fmla="*/ 670560 h 670560"/>
              <a:gd name="connsiteX7" fmla="*/ 259080 w 723900"/>
              <a:gd name="connsiteY7" fmla="*/ 670560 h 670560"/>
              <a:gd name="connsiteX8" fmla="*/ 259080 w 723900"/>
              <a:gd name="connsiteY8" fmla="*/ 431800 h 670560"/>
              <a:gd name="connsiteX9" fmla="*/ 0 w 723900"/>
              <a:gd name="connsiteY9" fmla="*/ 431800 h 670560"/>
              <a:gd name="connsiteX10" fmla="*/ 18342 w 723900"/>
              <a:gd name="connsiteY10" fmla="*/ 226060 h 670560"/>
              <a:gd name="connsiteX11" fmla="*/ 251460 w 723900"/>
              <a:gd name="connsiteY11" fmla="*/ 226060 h 670560"/>
              <a:gd name="connsiteX12" fmla="*/ 246380 w 723900"/>
              <a:gd name="connsiteY12" fmla="*/ 0 h 670560"/>
              <a:gd name="connsiteX0" fmla="*/ 228038 w 705558"/>
              <a:gd name="connsiteY0" fmla="*/ 0 h 670560"/>
              <a:gd name="connsiteX1" fmla="*/ 474418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40738 w 705558"/>
              <a:gd name="connsiteY7" fmla="*/ 670560 h 670560"/>
              <a:gd name="connsiteX8" fmla="*/ 240738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33118 w 705558"/>
              <a:gd name="connsiteY11" fmla="*/ 226060 h 670560"/>
              <a:gd name="connsiteX12" fmla="*/ 228038 w 705558"/>
              <a:gd name="connsiteY12" fmla="*/ 0 h 670560"/>
              <a:gd name="connsiteX0" fmla="*/ 228038 w 705558"/>
              <a:gd name="connsiteY0" fmla="*/ 0 h 670560"/>
              <a:gd name="connsiteX1" fmla="*/ 474418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40738 w 705558"/>
              <a:gd name="connsiteY7" fmla="*/ 670560 h 670560"/>
              <a:gd name="connsiteX8" fmla="*/ 240738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29042 w 705558"/>
              <a:gd name="connsiteY11" fmla="*/ 227965 h 670560"/>
              <a:gd name="connsiteX12" fmla="*/ 228038 w 705558"/>
              <a:gd name="connsiteY12" fmla="*/ 0 h 670560"/>
              <a:gd name="connsiteX0" fmla="*/ 228038 w 705558"/>
              <a:gd name="connsiteY0" fmla="*/ 0 h 670560"/>
              <a:gd name="connsiteX1" fmla="*/ 474418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40738 w 705558"/>
              <a:gd name="connsiteY7" fmla="*/ 670560 h 670560"/>
              <a:gd name="connsiteX8" fmla="*/ 234624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29042 w 705558"/>
              <a:gd name="connsiteY11" fmla="*/ 227965 h 670560"/>
              <a:gd name="connsiteX12" fmla="*/ 228038 w 705558"/>
              <a:gd name="connsiteY12" fmla="*/ 0 h 670560"/>
              <a:gd name="connsiteX0" fmla="*/ 228038 w 705558"/>
              <a:gd name="connsiteY0" fmla="*/ 0 h 670560"/>
              <a:gd name="connsiteX1" fmla="*/ 474418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2586 w 705558"/>
              <a:gd name="connsiteY7" fmla="*/ 670560 h 670560"/>
              <a:gd name="connsiteX8" fmla="*/ 234624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29042 w 705558"/>
              <a:gd name="connsiteY11" fmla="*/ 227965 h 670560"/>
              <a:gd name="connsiteX12" fmla="*/ 228038 w 705558"/>
              <a:gd name="connsiteY12" fmla="*/ 0 h 670560"/>
              <a:gd name="connsiteX0" fmla="*/ 228038 w 705558"/>
              <a:gd name="connsiteY0" fmla="*/ 0 h 670560"/>
              <a:gd name="connsiteX1" fmla="*/ 474418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6662 w 705558"/>
              <a:gd name="connsiteY7" fmla="*/ 670560 h 670560"/>
              <a:gd name="connsiteX8" fmla="*/ 234624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29042 w 705558"/>
              <a:gd name="connsiteY11" fmla="*/ 227965 h 670560"/>
              <a:gd name="connsiteX12" fmla="*/ 228038 w 705558"/>
              <a:gd name="connsiteY12" fmla="*/ 0 h 670560"/>
              <a:gd name="connsiteX0" fmla="*/ 228038 w 705558"/>
              <a:gd name="connsiteY0" fmla="*/ 0 h 670560"/>
              <a:gd name="connsiteX1" fmla="*/ 434749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6662 w 705558"/>
              <a:gd name="connsiteY7" fmla="*/ 670560 h 670560"/>
              <a:gd name="connsiteX8" fmla="*/ 234624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29042 w 705558"/>
              <a:gd name="connsiteY11" fmla="*/ 227965 h 670560"/>
              <a:gd name="connsiteX12" fmla="*/ 228038 w 705558"/>
              <a:gd name="connsiteY12" fmla="*/ 0 h 670560"/>
              <a:gd name="connsiteX0" fmla="*/ 267706 w 705558"/>
              <a:gd name="connsiteY0" fmla="*/ 2373 h 670560"/>
              <a:gd name="connsiteX1" fmla="*/ 434749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6662 w 705558"/>
              <a:gd name="connsiteY7" fmla="*/ 670560 h 670560"/>
              <a:gd name="connsiteX8" fmla="*/ 234624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29042 w 705558"/>
              <a:gd name="connsiteY11" fmla="*/ 227965 h 670560"/>
              <a:gd name="connsiteX12" fmla="*/ 267706 w 705558"/>
              <a:gd name="connsiteY12" fmla="*/ 2373 h 670560"/>
              <a:gd name="connsiteX0" fmla="*/ 267706 w 705558"/>
              <a:gd name="connsiteY0" fmla="*/ 2373 h 670560"/>
              <a:gd name="connsiteX1" fmla="*/ 434749 w 705558"/>
              <a:gd name="connsiteY1" fmla="*/ 0 h 670560"/>
              <a:gd name="connsiteX2" fmla="*/ 474418 w 705558"/>
              <a:gd name="connsiteY2" fmla="*/ 226060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6662 w 705558"/>
              <a:gd name="connsiteY7" fmla="*/ 670560 h 670560"/>
              <a:gd name="connsiteX8" fmla="*/ 234624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63422 w 705558"/>
              <a:gd name="connsiteY11" fmla="*/ 230339 h 670560"/>
              <a:gd name="connsiteX12" fmla="*/ 267706 w 705558"/>
              <a:gd name="connsiteY12" fmla="*/ 2373 h 670560"/>
              <a:gd name="connsiteX0" fmla="*/ 267706 w 705558"/>
              <a:gd name="connsiteY0" fmla="*/ 2373 h 670560"/>
              <a:gd name="connsiteX1" fmla="*/ 434749 w 705558"/>
              <a:gd name="connsiteY1" fmla="*/ 0 h 670560"/>
              <a:gd name="connsiteX2" fmla="*/ 440038 w 705558"/>
              <a:gd name="connsiteY2" fmla="*/ 228434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6662 w 705558"/>
              <a:gd name="connsiteY7" fmla="*/ 670560 h 670560"/>
              <a:gd name="connsiteX8" fmla="*/ 234624 w 705558"/>
              <a:gd name="connsiteY8" fmla="*/ 431800 h 670560"/>
              <a:gd name="connsiteX9" fmla="*/ 0 w 705558"/>
              <a:gd name="connsiteY9" fmla="*/ 431800 h 670560"/>
              <a:gd name="connsiteX10" fmla="*/ 0 w 705558"/>
              <a:gd name="connsiteY10" fmla="*/ 226060 h 670560"/>
              <a:gd name="connsiteX11" fmla="*/ 263422 w 705558"/>
              <a:gd name="connsiteY11" fmla="*/ 230339 h 670560"/>
              <a:gd name="connsiteX12" fmla="*/ 267706 w 705558"/>
              <a:gd name="connsiteY12" fmla="*/ 2373 h 670560"/>
              <a:gd name="connsiteX0" fmla="*/ 267706 w 705558"/>
              <a:gd name="connsiteY0" fmla="*/ 2373 h 670560"/>
              <a:gd name="connsiteX1" fmla="*/ 434749 w 705558"/>
              <a:gd name="connsiteY1" fmla="*/ 0 h 670560"/>
              <a:gd name="connsiteX2" fmla="*/ 440038 w 705558"/>
              <a:gd name="connsiteY2" fmla="*/ 228434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6662 w 705558"/>
              <a:gd name="connsiteY7" fmla="*/ 670560 h 670560"/>
              <a:gd name="connsiteX8" fmla="*/ 234624 w 705558"/>
              <a:gd name="connsiteY8" fmla="*/ 431800 h 670560"/>
              <a:gd name="connsiteX9" fmla="*/ 5289 w 705558"/>
              <a:gd name="connsiteY9" fmla="*/ 403319 h 670560"/>
              <a:gd name="connsiteX10" fmla="*/ 0 w 705558"/>
              <a:gd name="connsiteY10" fmla="*/ 226060 h 670560"/>
              <a:gd name="connsiteX11" fmla="*/ 263422 w 705558"/>
              <a:gd name="connsiteY11" fmla="*/ 230339 h 670560"/>
              <a:gd name="connsiteX12" fmla="*/ 267706 w 705558"/>
              <a:gd name="connsiteY12" fmla="*/ 2373 h 670560"/>
              <a:gd name="connsiteX0" fmla="*/ 267706 w 705558"/>
              <a:gd name="connsiteY0" fmla="*/ 2373 h 670560"/>
              <a:gd name="connsiteX1" fmla="*/ 434749 w 705558"/>
              <a:gd name="connsiteY1" fmla="*/ 0 h 670560"/>
              <a:gd name="connsiteX2" fmla="*/ 440038 w 705558"/>
              <a:gd name="connsiteY2" fmla="*/ 228434 h 670560"/>
              <a:gd name="connsiteX3" fmla="*/ 705558 w 705558"/>
              <a:gd name="connsiteY3" fmla="*/ 226060 h 670560"/>
              <a:gd name="connsiteX4" fmla="*/ 705558 w 705558"/>
              <a:gd name="connsiteY4" fmla="*/ 426720 h 670560"/>
              <a:gd name="connsiteX5" fmla="*/ 476958 w 705558"/>
              <a:gd name="connsiteY5" fmla="*/ 426720 h 670560"/>
              <a:gd name="connsiteX6" fmla="*/ 476958 w 705558"/>
              <a:gd name="connsiteY6" fmla="*/ 670560 h 670560"/>
              <a:gd name="connsiteX7" fmla="*/ 236662 w 705558"/>
              <a:gd name="connsiteY7" fmla="*/ 670560 h 670560"/>
              <a:gd name="connsiteX8" fmla="*/ 237269 w 705558"/>
              <a:gd name="connsiteY8" fmla="*/ 403319 h 670560"/>
              <a:gd name="connsiteX9" fmla="*/ 5289 w 705558"/>
              <a:gd name="connsiteY9" fmla="*/ 403319 h 670560"/>
              <a:gd name="connsiteX10" fmla="*/ 0 w 705558"/>
              <a:gd name="connsiteY10" fmla="*/ 226060 h 670560"/>
              <a:gd name="connsiteX11" fmla="*/ 263422 w 705558"/>
              <a:gd name="connsiteY11" fmla="*/ 230339 h 670560"/>
              <a:gd name="connsiteX12" fmla="*/ 267706 w 705558"/>
              <a:gd name="connsiteY12" fmla="*/ 2373 h 670560"/>
              <a:gd name="connsiteX0" fmla="*/ 262417 w 700269"/>
              <a:gd name="connsiteY0" fmla="*/ 2373 h 670560"/>
              <a:gd name="connsiteX1" fmla="*/ 429460 w 700269"/>
              <a:gd name="connsiteY1" fmla="*/ 0 h 670560"/>
              <a:gd name="connsiteX2" fmla="*/ 434749 w 700269"/>
              <a:gd name="connsiteY2" fmla="*/ 228434 h 670560"/>
              <a:gd name="connsiteX3" fmla="*/ 700269 w 700269"/>
              <a:gd name="connsiteY3" fmla="*/ 226060 h 670560"/>
              <a:gd name="connsiteX4" fmla="*/ 700269 w 700269"/>
              <a:gd name="connsiteY4" fmla="*/ 426720 h 670560"/>
              <a:gd name="connsiteX5" fmla="*/ 471669 w 700269"/>
              <a:gd name="connsiteY5" fmla="*/ 426720 h 670560"/>
              <a:gd name="connsiteX6" fmla="*/ 471669 w 700269"/>
              <a:gd name="connsiteY6" fmla="*/ 670560 h 670560"/>
              <a:gd name="connsiteX7" fmla="*/ 231373 w 700269"/>
              <a:gd name="connsiteY7" fmla="*/ 670560 h 670560"/>
              <a:gd name="connsiteX8" fmla="*/ 231980 w 700269"/>
              <a:gd name="connsiteY8" fmla="*/ 403319 h 670560"/>
              <a:gd name="connsiteX9" fmla="*/ 0 w 700269"/>
              <a:gd name="connsiteY9" fmla="*/ 403319 h 670560"/>
              <a:gd name="connsiteX10" fmla="*/ 0 w 700269"/>
              <a:gd name="connsiteY10" fmla="*/ 247421 h 670560"/>
              <a:gd name="connsiteX11" fmla="*/ 258133 w 700269"/>
              <a:gd name="connsiteY11" fmla="*/ 230339 h 670560"/>
              <a:gd name="connsiteX12" fmla="*/ 262417 w 700269"/>
              <a:gd name="connsiteY12" fmla="*/ 2373 h 670560"/>
              <a:gd name="connsiteX0" fmla="*/ 262417 w 700269"/>
              <a:gd name="connsiteY0" fmla="*/ 2373 h 670560"/>
              <a:gd name="connsiteX1" fmla="*/ 429460 w 700269"/>
              <a:gd name="connsiteY1" fmla="*/ 0 h 670560"/>
              <a:gd name="connsiteX2" fmla="*/ 434749 w 700269"/>
              <a:gd name="connsiteY2" fmla="*/ 228434 h 670560"/>
              <a:gd name="connsiteX3" fmla="*/ 700269 w 700269"/>
              <a:gd name="connsiteY3" fmla="*/ 226060 h 670560"/>
              <a:gd name="connsiteX4" fmla="*/ 700269 w 700269"/>
              <a:gd name="connsiteY4" fmla="*/ 426720 h 670560"/>
              <a:gd name="connsiteX5" fmla="*/ 471669 w 700269"/>
              <a:gd name="connsiteY5" fmla="*/ 426720 h 670560"/>
              <a:gd name="connsiteX6" fmla="*/ 471669 w 700269"/>
              <a:gd name="connsiteY6" fmla="*/ 670560 h 670560"/>
              <a:gd name="connsiteX7" fmla="*/ 231373 w 700269"/>
              <a:gd name="connsiteY7" fmla="*/ 670560 h 670560"/>
              <a:gd name="connsiteX8" fmla="*/ 231980 w 700269"/>
              <a:gd name="connsiteY8" fmla="*/ 403319 h 670560"/>
              <a:gd name="connsiteX9" fmla="*/ 0 w 700269"/>
              <a:gd name="connsiteY9" fmla="*/ 403319 h 670560"/>
              <a:gd name="connsiteX10" fmla="*/ 0 w 700269"/>
              <a:gd name="connsiteY10" fmla="*/ 247421 h 670560"/>
              <a:gd name="connsiteX11" fmla="*/ 258133 w 700269"/>
              <a:gd name="connsiteY11" fmla="*/ 242206 h 670560"/>
              <a:gd name="connsiteX12" fmla="*/ 262417 w 700269"/>
              <a:gd name="connsiteY12" fmla="*/ 2373 h 670560"/>
              <a:gd name="connsiteX0" fmla="*/ 262417 w 700269"/>
              <a:gd name="connsiteY0" fmla="*/ 2373 h 670560"/>
              <a:gd name="connsiteX1" fmla="*/ 429460 w 700269"/>
              <a:gd name="connsiteY1" fmla="*/ 0 h 670560"/>
              <a:gd name="connsiteX2" fmla="*/ 434749 w 700269"/>
              <a:gd name="connsiteY2" fmla="*/ 228434 h 670560"/>
              <a:gd name="connsiteX3" fmla="*/ 700269 w 700269"/>
              <a:gd name="connsiteY3" fmla="*/ 226060 h 670560"/>
              <a:gd name="connsiteX4" fmla="*/ 700269 w 700269"/>
              <a:gd name="connsiteY4" fmla="*/ 426720 h 670560"/>
              <a:gd name="connsiteX5" fmla="*/ 471669 w 700269"/>
              <a:gd name="connsiteY5" fmla="*/ 426720 h 670560"/>
              <a:gd name="connsiteX6" fmla="*/ 471669 w 700269"/>
              <a:gd name="connsiteY6" fmla="*/ 670560 h 670560"/>
              <a:gd name="connsiteX7" fmla="*/ 231373 w 700269"/>
              <a:gd name="connsiteY7" fmla="*/ 670560 h 670560"/>
              <a:gd name="connsiteX8" fmla="*/ 255782 w 700269"/>
              <a:gd name="connsiteY8" fmla="*/ 405693 h 670560"/>
              <a:gd name="connsiteX9" fmla="*/ 0 w 700269"/>
              <a:gd name="connsiteY9" fmla="*/ 403319 h 670560"/>
              <a:gd name="connsiteX10" fmla="*/ 0 w 700269"/>
              <a:gd name="connsiteY10" fmla="*/ 247421 h 670560"/>
              <a:gd name="connsiteX11" fmla="*/ 258133 w 700269"/>
              <a:gd name="connsiteY11" fmla="*/ 242206 h 670560"/>
              <a:gd name="connsiteX12" fmla="*/ 262417 w 700269"/>
              <a:gd name="connsiteY12" fmla="*/ 2373 h 670560"/>
              <a:gd name="connsiteX0" fmla="*/ 262417 w 700269"/>
              <a:gd name="connsiteY0" fmla="*/ 2373 h 670560"/>
              <a:gd name="connsiteX1" fmla="*/ 429460 w 700269"/>
              <a:gd name="connsiteY1" fmla="*/ 0 h 670560"/>
              <a:gd name="connsiteX2" fmla="*/ 434749 w 700269"/>
              <a:gd name="connsiteY2" fmla="*/ 228434 h 670560"/>
              <a:gd name="connsiteX3" fmla="*/ 700269 w 700269"/>
              <a:gd name="connsiteY3" fmla="*/ 226060 h 670560"/>
              <a:gd name="connsiteX4" fmla="*/ 700269 w 700269"/>
              <a:gd name="connsiteY4" fmla="*/ 426720 h 670560"/>
              <a:gd name="connsiteX5" fmla="*/ 471669 w 700269"/>
              <a:gd name="connsiteY5" fmla="*/ 426720 h 670560"/>
              <a:gd name="connsiteX6" fmla="*/ 471669 w 700269"/>
              <a:gd name="connsiteY6" fmla="*/ 670560 h 670560"/>
              <a:gd name="connsiteX7" fmla="*/ 257819 w 700269"/>
              <a:gd name="connsiteY7" fmla="*/ 670560 h 670560"/>
              <a:gd name="connsiteX8" fmla="*/ 255782 w 700269"/>
              <a:gd name="connsiteY8" fmla="*/ 405693 h 670560"/>
              <a:gd name="connsiteX9" fmla="*/ 0 w 700269"/>
              <a:gd name="connsiteY9" fmla="*/ 403319 h 670560"/>
              <a:gd name="connsiteX10" fmla="*/ 0 w 700269"/>
              <a:gd name="connsiteY10" fmla="*/ 247421 h 670560"/>
              <a:gd name="connsiteX11" fmla="*/ 258133 w 700269"/>
              <a:gd name="connsiteY11" fmla="*/ 242206 h 670560"/>
              <a:gd name="connsiteX12" fmla="*/ 262417 w 700269"/>
              <a:gd name="connsiteY12" fmla="*/ 2373 h 670560"/>
              <a:gd name="connsiteX0" fmla="*/ 262417 w 700269"/>
              <a:gd name="connsiteY0" fmla="*/ 2373 h 670560"/>
              <a:gd name="connsiteX1" fmla="*/ 429460 w 700269"/>
              <a:gd name="connsiteY1" fmla="*/ 0 h 670560"/>
              <a:gd name="connsiteX2" fmla="*/ 434749 w 700269"/>
              <a:gd name="connsiteY2" fmla="*/ 228434 h 670560"/>
              <a:gd name="connsiteX3" fmla="*/ 700269 w 700269"/>
              <a:gd name="connsiteY3" fmla="*/ 226060 h 670560"/>
              <a:gd name="connsiteX4" fmla="*/ 700269 w 700269"/>
              <a:gd name="connsiteY4" fmla="*/ 426720 h 670560"/>
              <a:gd name="connsiteX5" fmla="*/ 445223 w 700269"/>
              <a:gd name="connsiteY5" fmla="*/ 407732 h 670560"/>
              <a:gd name="connsiteX6" fmla="*/ 471669 w 700269"/>
              <a:gd name="connsiteY6" fmla="*/ 670560 h 670560"/>
              <a:gd name="connsiteX7" fmla="*/ 257819 w 700269"/>
              <a:gd name="connsiteY7" fmla="*/ 670560 h 670560"/>
              <a:gd name="connsiteX8" fmla="*/ 255782 w 700269"/>
              <a:gd name="connsiteY8" fmla="*/ 405693 h 670560"/>
              <a:gd name="connsiteX9" fmla="*/ 0 w 700269"/>
              <a:gd name="connsiteY9" fmla="*/ 403319 h 670560"/>
              <a:gd name="connsiteX10" fmla="*/ 0 w 700269"/>
              <a:gd name="connsiteY10" fmla="*/ 247421 h 670560"/>
              <a:gd name="connsiteX11" fmla="*/ 258133 w 700269"/>
              <a:gd name="connsiteY11" fmla="*/ 242206 h 670560"/>
              <a:gd name="connsiteX12" fmla="*/ 262417 w 700269"/>
              <a:gd name="connsiteY12" fmla="*/ 2373 h 670560"/>
              <a:gd name="connsiteX0" fmla="*/ 262417 w 700269"/>
              <a:gd name="connsiteY0" fmla="*/ 2373 h 670560"/>
              <a:gd name="connsiteX1" fmla="*/ 429460 w 700269"/>
              <a:gd name="connsiteY1" fmla="*/ 0 h 670560"/>
              <a:gd name="connsiteX2" fmla="*/ 434749 w 700269"/>
              <a:gd name="connsiteY2" fmla="*/ 228434 h 670560"/>
              <a:gd name="connsiteX3" fmla="*/ 700269 w 700269"/>
              <a:gd name="connsiteY3" fmla="*/ 226060 h 670560"/>
              <a:gd name="connsiteX4" fmla="*/ 700269 w 700269"/>
              <a:gd name="connsiteY4" fmla="*/ 426720 h 670560"/>
              <a:gd name="connsiteX5" fmla="*/ 445223 w 700269"/>
              <a:gd name="connsiteY5" fmla="*/ 407732 h 670560"/>
              <a:gd name="connsiteX6" fmla="*/ 450512 w 700269"/>
              <a:gd name="connsiteY6" fmla="*/ 670560 h 670560"/>
              <a:gd name="connsiteX7" fmla="*/ 257819 w 700269"/>
              <a:gd name="connsiteY7" fmla="*/ 670560 h 670560"/>
              <a:gd name="connsiteX8" fmla="*/ 255782 w 700269"/>
              <a:gd name="connsiteY8" fmla="*/ 405693 h 670560"/>
              <a:gd name="connsiteX9" fmla="*/ 0 w 700269"/>
              <a:gd name="connsiteY9" fmla="*/ 403319 h 670560"/>
              <a:gd name="connsiteX10" fmla="*/ 0 w 700269"/>
              <a:gd name="connsiteY10" fmla="*/ 247421 h 670560"/>
              <a:gd name="connsiteX11" fmla="*/ 258133 w 700269"/>
              <a:gd name="connsiteY11" fmla="*/ 242206 h 670560"/>
              <a:gd name="connsiteX12" fmla="*/ 262417 w 700269"/>
              <a:gd name="connsiteY12" fmla="*/ 2373 h 670560"/>
              <a:gd name="connsiteX0" fmla="*/ 262417 w 702914"/>
              <a:gd name="connsiteY0" fmla="*/ 2373 h 670560"/>
              <a:gd name="connsiteX1" fmla="*/ 429460 w 702914"/>
              <a:gd name="connsiteY1" fmla="*/ 0 h 670560"/>
              <a:gd name="connsiteX2" fmla="*/ 434749 w 702914"/>
              <a:gd name="connsiteY2" fmla="*/ 228434 h 670560"/>
              <a:gd name="connsiteX3" fmla="*/ 700269 w 702914"/>
              <a:gd name="connsiteY3" fmla="*/ 226060 h 670560"/>
              <a:gd name="connsiteX4" fmla="*/ 702914 w 702914"/>
              <a:gd name="connsiteY4" fmla="*/ 407732 h 670560"/>
              <a:gd name="connsiteX5" fmla="*/ 445223 w 702914"/>
              <a:gd name="connsiteY5" fmla="*/ 407732 h 670560"/>
              <a:gd name="connsiteX6" fmla="*/ 450512 w 702914"/>
              <a:gd name="connsiteY6" fmla="*/ 670560 h 670560"/>
              <a:gd name="connsiteX7" fmla="*/ 257819 w 702914"/>
              <a:gd name="connsiteY7" fmla="*/ 670560 h 670560"/>
              <a:gd name="connsiteX8" fmla="*/ 255782 w 702914"/>
              <a:gd name="connsiteY8" fmla="*/ 405693 h 670560"/>
              <a:gd name="connsiteX9" fmla="*/ 0 w 702914"/>
              <a:gd name="connsiteY9" fmla="*/ 403319 h 670560"/>
              <a:gd name="connsiteX10" fmla="*/ 0 w 702914"/>
              <a:gd name="connsiteY10" fmla="*/ 247421 h 670560"/>
              <a:gd name="connsiteX11" fmla="*/ 258133 w 702914"/>
              <a:gd name="connsiteY11" fmla="*/ 242206 h 670560"/>
              <a:gd name="connsiteX12" fmla="*/ 262417 w 702914"/>
              <a:gd name="connsiteY12" fmla="*/ 2373 h 670560"/>
              <a:gd name="connsiteX0" fmla="*/ 262417 w 702914"/>
              <a:gd name="connsiteY0" fmla="*/ 2373 h 670560"/>
              <a:gd name="connsiteX1" fmla="*/ 429460 w 702914"/>
              <a:gd name="connsiteY1" fmla="*/ 0 h 670560"/>
              <a:gd name="connsiteX2" fmla="*/ 434749 w 702914"/>
              <a:gd name="connsiteY2" fmla="*/ 247421 h 670560"/>
              <a:gd name="connsiteX3" fmla="*/ 700269 w 702914"/>
              <a:gd name="connsiteY3" fmla="*/ 226060 h 670560"/>
              <a:gd name="connsiteX4" fmla="*/ 702914 w 702914"/>
              <a:gd name="connsiteY4" fmla="*/ 407732 h 670560"/>
              <a:gd name="connsiteX5" fmla="*/ 445223 w 702914"/>
              <a:gd name="connsiteY5" fmla="*/ 407732 h 670560"/>
              <a:gd name="connsiteX6" fmla="*/ 450512 w 702914"/>
              <a:gd name="connsiteY6" fmla="*/ 670560 h 670560"/>
              <a:gd name="connsiteX7" fmla="*/ 257819 w 702914"/>
              <a:gd name="connsiteY7" fmla="*/ 670560 h 670560"/>
              <a:gd name="connsiteX8" fmla="*/ 255782 w 702914"/>
              <a:gd name="connsiteY8" fmla="*/ 405693 h 670560"/>
              <a:gd name="connsiteX9" fmla="*/ 0 w 702914"/>
              <a:gd name="connsiteY9" fmla="*/ 403319 h 670560"/>
              <a:gd name="connsiteX10" fmla="*/ 0 w 702914"/>
              <a:gd name="connsiteY10" fmla="*/ 247421 h 670560"/>
              <a:gd name="connsiteX11" fmla="*/ 258133 w 702914"/>
              <a:gd name="connsiteY11" fmla="*/ 242206 h 670560"/>
              <a:gd name="connsiteX12" fmla="*/ 262417 w 702914"/>
              <a:gd name="connsiteY12" fmla="*/ 2373 h 670560"/>
              <a:gd name="connsiteX0" fmla="*/ 262417 w 702914"/>
              <a:gd name="connsiteY0" fmla="*/ 2373 h 670560"/>
              <a:gd name="connsiteX1" fmla="*/ 429460 w 702914"/>
              <a:gd name="connsiteY1" fmla="*/ 0 h 670560"/>
              <a:gd name="connsiteX2" fmla="*/ 434749 w 702914"/>
              <a:gd name="connsiteY2" fmla="*/ 247421 h 670560"/>
              <a:gd name="connsiteX3" fmla="*/ 700269 w 702914"/>
              <a:gd name="connsiteY3" fmla="*/ 226060 h 670560"/>
              <a:gd name="connsiteX4" fmla="*/ 702914 w 702914"/>
              <a:gd name="connsiteY4" fmla="*/ 407732 h 670560"/>
              <a:gd name="connsiteX5" fmla="*/ 445223 w 702914"/>
              <a:gd name="connsiteY5" fmla="*/ 407732 h 670560"/>
              <a:gd name="connsiteX6" fmla="*/ 450512 w 702914"/>
              <a:gd name="connsiteY6" fmla="*/ 670560 h 670560"/>
              <a:gd name="connsiteX7" fmla="*/ 257819 w 702914"/>
              <a:gd name="connsiteY7" fmla="*/ 670560 h 670560"/>
              <a:gd name="connsiteX8" fmla="*/ 255782 w 702914"/>
              <a:gd name="connsiteY8" fmla="*/ 405693 h 670560"/>
              <a:gd name="connsiteX9" fmla="*/ 0 w 702914"/>
              <a:gd name="connsiteY9" fmla="*/ 403319 h 670560"/>
              <a:gd name="connsiteX10" fmla="*/ 0 w 702914"/>
              <a:gd name="connsiteY10" fmla="*/ 247421 h 670560"/>
              <a:gd name="connsiteX11" fmla="*/ 260778 w 702914"/>
              <a:gd name="connsiteY11" fmla="*/ 249326 h 670560"/>
              <a:gd name="connsiteX12" fmla="*/ 262417 w 702914"/>
              <a:gd name="connsiteY12" fmla="*/ 2373 h 670560"/>
              <a:gd name="connsiteX0" fmla="*/ 262417 w 703168"/>
              <a:gd name="connsiteY0" fmla="*/ 2373 h 670560"/>
              <a:gd name="connsiteX1" fmla="*/ 429460 w 703168"/>
              <a:gd name="connsiteY1" fmla="*/ 0 h 670560"/>
              <a:gd name="connsiteX2" fmla="*/ 434749 w 703168"/>
              <a:gd name="connsiteY2" fmla="*/ 247421 h 670560"/>
              <a:gd name="connsiteX3" fmla="*/ 702914 w 703168"/>
              <a:gd name="connsiteY3" fmla="*/ 247421 h 670560"/>
              <a:gd name="connsiteX4" fmla="*/ 702914 w 703168"/>
              <a:gd name="connsiteY4" fmla="*/ 407732 h 670560"/>
              <a:gd name="connsiteX5" fmla="*/ 445223 w 703168"/>
              <a:gd name="connsiteY5" fmla="*/ 407732 h 670560"/>
              <a:gd name="connsiteX6" fmla="*/ 450512 w 703168"/>
              <a:gd name="connsiteY6" fmla="*/ 670560 h 670560"/>
              <a:gd name="connsiteX7" fmla="*/ 257819 w 703168"/>
              <a:gd name="connsiteY7" fmla="*/ 670560 h 670560"/>
              <a:gd name="connsiteX8" fmla="*/ 255782 w 703168"/>
              <a:gd name="connsiteY8" fmla="*/ 405693 h 670560"/>
              <a:gd name="connsiteX9" fmla="*/ 0 w 703168"/>
              <a:gd name="connsiteY9" fmla="*/ 403319 h 670560"/>
              <a:gd name="connsiteX10" fmla="*/ 0 w 703168"/>
              <a:gd name="connsiteY10" fmla="*/ 247421 h 670560"/>
              <a:gd name="connsiteX11" fmla="*/ 260778 w 703168"/>
              <a:gd name="connsiteY11" fmla="*/ 249326 h 670560"/>
              <a:gd name="connsiteX12" fmla="*/ 262417 w 703168"/>
              <a:gd name="connsiteY12" fmla="*/ 2373 h 670560"/>
              <a:gd name="connsiteX0" fmla="*/ 262417 w 703168"/>
              <a:gd name="connsiteY0" fmla="*/ 2373 h 670560"/>
              <a:gd name="connsiteX1" fmla="*/ 429460 w 703168"/>
              <a:gd name="connsiteY1" fmla="*/ 0 h 670560"/>
              <a:gd name="connsiteX2" fmla="*/ 434749 w 703168"/>
              <a:gd name="connsiteY2" fmla="*/ 247421 h 670560"/>
              <a:gd name="connsiteX3" fmla="*/ 702914 w 703168"/>
              <a:gd name="connsiteY3" fmla="*/ 247421 h 670560"/>
              <a:gd name="connsiteX4" fmla="*/ 702914 w 703168"/>
              <a:gd name="connsiteY4" fmla="*/ 407732 h 670560"/>
              <a:gd name="connsiteX5" fmla="*/ 445223 w 703168"/>
              <a:gd name="connsiteY5" fmla="*/ 407732 h 670560"/>
              <a:gd name="connsiteX6" fmla="*/ 450513 w 703168"/>
              <a:gd name="connsiteY6" fmla="*/ 668187 h 670560"/>
              <a:gd name="connsiteX7" fmla="*/ 257819 w 703168"/>
              <a:gd name="connsiteY7" fmla="*/ 670560 h 670560"/>
              <a:gd name="connsiteX8" fmla="*/ 255782 w 703168"/>
              <a:gd name="connsiteY8" fmla="*/ 405693 h 670560"/>
              <a:gd name="connsiteX9" fmla="*/ 0 w 703168"/>
              <a:gd name="connsiteY9" fmla="*/ 403319 h 670560"/>
              <a:gd name="connsiteX10" fmla="*/ 0 w 703168"/>
              <a:gd name="connsiteY10" fmla="*/ 247421 h 670560"/>
              <a:gd name="connsiteX11" fmla="*/ 260778 w 703168"/>
              <a:gd name="connsiteY11" fmla="*/ 249326 h 670560"/>
              <a:gd name="connsiteX12" fmla="*/ 262417 w 703168"/>
              <a:gd name="connsiteY12" fmla="*/ 2373 h 670560"/>
              <a:gd name="connsiteX0" fmla="*/ 262417 w 703168"/>
              <a:gd name="connsiteY0" fmla="*/ 2373 h 670560"/>
              <a:gd name="connsiteX1" fmla="*/ 429460 w 703168"/>
              <a:gd name="connsiteY1" fmla="*/ 0 h 670560"/>
              <a:gd name="connsiteX2" fmla="*/ 434749 w 703168"/>
              <a:gd name="connsiteY2" fmla="*/ 247421 h 670560"/>
              <a:gd name="connsiteX3" fmla="*/ 702914 w 703168"/>
              <a:gd name="connsiteY3" fmla="*/ 247421 h 670560"/>
              <a:gd name="connsiteX4" fmla="*/ 702914 w 703168"/>
              <a:gd name="connsiteY4" fmla="*/ 407732 h 670560"/>
              <a:gd name="connsiteX5" fmla="*/ 445223 w 703168"/>
              <a:gd name="connsiteY5" fmla="*/ 407732 h 670560"/>
              <a:gd name="connsiteX6" fmla="*/ 442579 w 703168"/>
              <a:gd name="connsiteY6" fmla="*/ 670560 h 670560"/>
              <a:gd name="connsiteX7" fmla="*/ 257819 w 703168"/>
              <a:gd name="connsiteY7" fmla="*/ 670560 h 670560"/>
              <a:gd name="connsiteX8" fmla="*/ 255782 w 703168"/>
              <a:gd name="connsiteY8" fmla="*/ 405693 h 670560"/>
              <a:gd name="connsiteX9" fmla="*/ 0 w 703168"/>
              <a:gd name="connsiteY9" fmla="*/ 403319 h 670560"/>
              <a:gd name="connsiteX10" fmla="*/ 0 w 703168"/>
              <a:gd name="connsiteY10" fmla="*/ 247421 h 670560"/>
              <a:gd name="connsiteX11" fmla="*/ 260778 w 703168"/>
              <a:gd name="connsiteY11" fmla="*/ 249326 h 670560"/>
              <a:gd name="connsiteX12" fmla="*/ 262417 w 703168"/>
              <a:gd name="connsiteY12" fmla="*/ 2373 h 670560"/>
              <a:gd name="connsiteX0" fmla="*/ 262417 w 703168"/>
              <a:gd name="connsiteY0" fmla="*/ 2373 h 670560"/>
              <a:gd name="connsiteX1" fmla="*/ 429460 w 703168"/>
              <a:gd name="connsiteY1" fmla="*/ 0 h 670560"/>
              <a:gd name="connsiteX2" fmla="*/ 440038 w 703168"/>
              <a:gd name="connsiteY2" fmla="*/ 252168 h 670560"/>
              <a:gd name="connsiteX3" fmla="*/ 702914 w 703168"/>
              <a:gd name="connsiteY3" fmla="*/ 247421 h 670560"/>
              <a:gd name="connsiteX4" fmla="*/ 702914 w 703168"/>
              <a:gd name="connsiteY4" fmla="*/ 407732 h 670560"/>
              <a:gd name="connsiteX5" fmla="*/ 445223 w 703168"/>
              <a:gd name="connsiteY5" fmla="*/ 407732 h 670560"/>
              <a:gd name="connsiteX6" fmla="*/ 442579 w 703168"/>
              <a:gd name="connsiteY6" fmla="*/ 670560 h 670560"/>
              <a:gd name="connsiteX7" fmla="*/ 257819 w 703168"/>
              <a:gd name="connsiteY7" fmla="*/ 670560 h 670560"/>
              <a:gd name="connsiteX8" fmla="*/ 255782 w 703168"/>
              <a:gd name="connsiteY8" fmla="*/ 405693 h 670560"/>
              <a:gd name="connsiteX9" fmla="*/ 0 w 703168"/>
              <a:gd name="connsiteY9" fmla="*/ 403319 h 670560"/>
              <a:gd name="connsiteX10" fmla="*/ 0 w 703168"/>
              <a:gd name="connsiteY10" fmla="*/ 247421 h 670560"/>
              <a:gd name="connsiteX11" fmla="*/ 260778 w 703168"/>
              <a:gd name="connsiteY11" fmla="*/ 249326 h 670560"/>
              <a:gd name="connsiteX12" fmla="*/ 262417 w 703168"/>
              <a:gd name="connsiteY12" fmla="*/ 2373 h 670560"/>
              <a:gd name="connsiteX0" fmla="*/ 262417 w 703168"/>
              <a:gd name="connsiteY0" fmla="*/ 2373 h 670560"/>
              <a:gd name="connsiteX1" fmla="*/ 429460 w 703168"/>
              <a:gd name="connsiteY1" fmla="*/ 0 h 670560"/>
              <a:gd name="connsiteX2" fmla="*/ 440038 w 703168"/>
              <a:gd name="connsiteY2" fmla="*/ 252168 h 670560"/>
              <a:gd name="connsiteX3" fmla="*/ 702914 w 703168"/>
              <a:gd name="connsiteY3" fmla="*/ 254541 h 670560"/>
              <a:gd name="connsiteX4" fmla="*/ 702914 w 703168"/>
              <a:gd name="connsiteY4" fmla="*/ 407732 h 670560"/>
              <a:gd name="connsiteX5" fmla="*/ 445223 w 703168"/>
              <a:gd name="connsiteY5" fmla="*/ 407732 h 670560"/>
              <a:gd name="connsiteX6" fmla="*/ 442579 w 703168"/>
              <a:gd name="connsiteY6" fmla="*/ 670560 h 670560"/>
              <a:gd name="connsiteX7" fmla="*/ 257819 w 703168"/>
              <a:gd name="connsiteY7" fmla="*/ 670560 h 670560"/>
              <a:gd name="connsiteX8" fmla="*/ 255782 w 703168"/>
              <a:gd name="connsiteY8" fmla="*/ 405693 h 670560"/>
              <a:gd name="connsiteX9" fmla="*/ 0 w 703168"/>
              <a:gd name="connsiteY9" fmla="*/ 403319 h 670560"/>
              <a:gd name="connsiteX10" fmla="*/ 0 w 703168"/>
              <a:gd name="connsiteY10" fmla="*/ 247421 h 670560"/>
              <a:gd name="connsiteX11" fmla="*/ 260778 w 703168"/>
              <a:gd name="connsiteY11" fmla="*/ 249326 h 670560"/>
              <a:gd name="connsiteX12" fmla="*/ 262417 w 703168"/>
              <a:gd name="connsiteY12" fmla="*/ 2373 h 670560"/>
              <a:gd name="connsiteX0" fmla="*/ 262417 w 703168"/>
              <a:gd name="connsiteY0" fmla="*/ 0 h 668187"/>
              <a:gd name="connsiteX1" fmla="*/ 437394 w 703168"/>
              <a:gd name="connsiteY1" fmla="*/ 0 h 668187"/>
              <a:gd name="connsiteX2" fmla="*/ 440038 w 703168"/>
              <a:gd name="connsiteY2" fmla="*/ 249795 h 668187"/>
              <a:gd name="connsiteX3" fmla="*/ 702914 w 703168"/>
              <a:gd name="connsiteY3" fmla="*/ 252168 h 668187"/>
              <a:gd name="connsiteX4" fmla="*/ 702914 w 703168"/>
              <a:gd name="connsiteY4" fmla="*/ 405359 h 668187"/>
              <a:gd name="connsiteX5" fmla="*/ 445223 w 703168"/>
              <a:gd name="connsiteY5" fmla="*/ 405359 h 668187"/>
              <a:gd name="connsiteX6" fmla="*/ 442579 w 703168"/>
              <a:gd name="connsiteY6" fmla="*/ 668187 h 668187"/>
              <a:gd name="connsiteX7" fmla="*/ 257819 w 703168"/>
              <a:gd name="connsiteY7" fmla="*/ 668187 h 668187"/>
              <a:gd name="connsiteX8" fmla="*/ 255782 w 703168"/>
              <a:gd name="connsiteY8" fmla="*/ 403320 h 668187"/>
              <a:gd name="connsiteX9" fmla="*/ 0 w 703168"/>
              <a:gd name="connsiteY9" fmla="*/ 400946 h 668187"/>
              <a:gd name="connsiteX10" fmla="*/ 0 w 703168"/>
              <a:gd name="connsiteY10" fmla="*/ 245048 h 668187"/>
              <a:gd name="connsiteX11" fmla="*/ 260778 w 703168"/>
              <a:gd name="connsiteY11" fmla="*/ 246953 h 668187"/>
              <a:gd name="connsiteX12" fmla="*/ 262417 w 703168"/>
              <a:gd name="connsiteY12" fmla="*/ 0 h 668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03168" h="668187">
                <a:moveTo>
                  <a:pt x="262417" y="0"/>
                </a:moveTo>
                <a:lnTo>
                  <a:pt x="437394" y="0"/>
                </a:lnTo>
                <a:cubicBezTo>
                  <a:pt x="438275" y="83265"/>
                  <a:pt x="439157" y="166530"/>
                  <a:pt x="440038" y="249795"/>
                </a:cubicBezTo>
                <a:lnTo>
                  <a:pt x="702914" y="252168"/>
                </a:lnTo>
                <a:cubicBezTo>
                  <a:pt x="703796" y="312725"/>
                  <a:pt x="702032" y="344802"/>
                  <a:pt x="702914" y="405359"/>
                </a:cubicBezTo>
                <a:lnTo>
                  <a:pt x="445223" y="405359"/>
                </a:lnTo>
                <a:cubicBezTo>
                  <a:pt x="444342" y="492968"/>
                  <a:pt x="443460" y="580578"/>
                  <a:pt x="442579" y="668187"/>
                </a:cubicBezTo>
                <a:lnTo>
                  <a:pt x="257819" y="668187"/>
                </a:lnTo>
                <a:cubicBezTo>
                  <a:pt x="258498" y="588600"/>
                  <a:pt x="255103" y="482907"/>
                  <a:pt x="255782" y="403320"/>
                </a:cubicBezTo>
                <a:lnTo>
                  <a:pt x="0" y="400946"/>
                </a:lnTo>
                <a:lnTo>
                  <a:pt x="0" y="245048"/>
                </a:lnTo>
                <a:lnTo>
                  <a:pt x="260778" y="246953"/>
                </a:lnTo>
                <a:cubicBezTo>
                  <a:pt x="260443" y="170965"/>
                  <a:pt x="262752" y="75988"/>
                  <a:pt x="262417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331087" y="1136625"/>
            <a:ext cx="226267" cy="10157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8000" tIns="18000" rIns="18000" bIns="18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Pool Name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124013" y="4234505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900" dirty="0"/>
              <a:t>Labels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940647" y="4322191"/>
            <a:ext cx="434246" cy="442574"/>
            <a:chOff x="2827049" y="3916165"/>
            <a:chExt cx="459258" cy="468066"/>
          </a:xfrm>
        </p:grpSpPr>
        <p:grpSp>
          <p:nvGrpSpPr>
            <p:cNvPr id="158" name="Group 157"/>
            <p:cNvGrpSpPr/>
            <p:nvPr/>
          </p:nvGrpSpPr>
          <p:grpSpPr>
            <a:xfrm>
              <a:off x="2827049" y="3916165"/>
              <a:ext cx="459258" cy="468066"/>
              <a:chOff x="2838726" y="1021080"/>
              <a:chExt cx="459258" cy="468066"/>
            </a:xfrm>
            <a:solidFill>
              <a:schemeClr val="bg1"/>
            </a:solidFill>
          </p:grpSpPr>
          <p:sp>
            <p:nvSpPr>
              <p:cNvPr id="160" name="Diamond 159"/>
              <p:cNvSpPr/>
              <p:nvPr/>
            </p:nvSpPr>
            <p:spPr>
              <a:xfrm>
                <a:off x="2838726" y="1021080"/>
                <a:ext cx="459258" cy="468066"/>
              </a:xfrm>
              <a:prstGeom prst="diamond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" tIns="7200" rIns="7200" bIns="7200"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61" name="Straight Connector 160"/>
              <p:cNvCxnSpPr/>
              <p:nvPr/>
            </p:nvCxnSpPr>
            <p:spPr>
              <a:xfrm flipH="1">
                <a:off x="2976880" y="1164226"/>
                <a:ext cx="177801" cy="1768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>
              <a:xfrm>
                <a:off x="2983231" y="1164226"/>
                <a:ext cx="171450" cy="1768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3" name="Straight Connector 192"/>
            <p:cNvCxnSpPr/>
            <p:nvPr/>
          </p:nvCxnSpPr>
          <p:spPr>
            <a:xfrm flipH="1">
              <a:off x="2929908" y="4147976"/>
              <a:ext cx="245364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/>
          </p:nvCxnSpPr>
          <p:spPr>
            <a:xfrm>
              <a:off x="3054103" y="4025561"/>
              <a:ext cx="0" cy="255253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9" name="TextBox 198"/>
          <p:cNvSpPr txBox="1"/>
          <p:nvPr/>
        </p:nvSpPr>
        <p:spPr>
          <a:xfrm>
            <a:off x="9396996" y="1004764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900" dirty="0"/>
              <a:t>Sequence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418381" y="1859314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900" dirty="0"/>
              <a:t>Message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457264" y="2712975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900" dirty="0"/>
              <a:t>Association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847245" y="929221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900" dirty="0"/>
              <a:t>Exclusive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840889" y="1675753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900" dirty="0"/>
              <a:t>Inclusive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847245" y="2429895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900" dirty="0"/>
              <a:t>Parallel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835526" y="3171212"/>
            <a:ext cx="66378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900" dirty="0"/>
              <a:t>Exclusive event Based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847245" y="4093487"/>
            <a:ext cx="66378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900" dirty="0"/>
              <a:t>Complex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921940" y="4101172"/>
            <a:ext cx="66378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AU" sz="800" dirty="0"/>
              <a:t>Script Task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999748" y="3786383"/>
            <a:ext cx="66378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AU" sz="800" dirty="0"/>
              <a:t>User Task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017407" y="5072365"/>
            <a:ext cx="66378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AU" sz="800" dirty="0"/>
              <a:t>Loop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902971" y="3786383"/>
            <a:ext cx="66378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AU" sz="800" dirty="0"/>
              <a:t>Manual Task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775949" y="4101173"/>
            <a:ext cx="892888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AU" sz="800" dirty="0"/>
              <a:t>Business Rule Task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925921" y="5075152"/>
            <a:ext cx="66378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AU" sz="800" dirty="0"/>
              <a:t>Multi Instance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990425" y="4430142"/>
            <a:ext cx="66378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AU" sz="800" dirty="0"/>
              <a:t>Send Task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908675" y="4425298"/>
            <a:ext cx="66378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AU" sz="800" dirty="0"/>
              <a:t>Receive Task</a:t>
            </a:r>
          </a:p>
        </p:txBody>
      </p:sp>
      <p:grpSp>
        <p:nvGrpSpPr>
          <p:cNvPr id="217" name="Group 216"/>
          <p:cNvGrpSpPr/>
          <p:nvPr/>
        </p:nvGrpSpPr>
        <p:grpSpPr>
          <a:xfrm>
            <a:off x="5019327" y="4608072"/>
            <a:ext cx="108567" cy="75816"/>
            <a:chOff x="5542280" y="2703436"/>
            <a:chExt cx="538480" cy="405523"/>
          </a:xfrm>
        </p:grpSpPr>
        <p:sp>
          <p:nvSpPr>
            <p:cNvPr id="218" name="Rectangle 217"/>
            <p:cNvSpPr/>
            <p:nvPr/>
          </p:nvSpPr>
          <p:spPr>
            <a:xfrm>
              <a:off x="5542280" y="2703446"/>
              <a:ext cx="538480" cy="4055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9" name="Isosceles Triangle 218"/>
            <p:cNvSpPr/>
            <p:nvPr/>
          </p:nvSpPr>
          <p:spPr>
            <a:xfrm rot="10800000">
              <a:off x="5591229" y="2703436"/>
              <a:ext cx="415891" cy="22875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20" name="Group 219"/>
          <p:cNvGrpSpPr/>
          <p:nvPr/>
        </p:nvGrpSpPr>
        <p:grpSpPr>
          <a:xfrm>
            <a:off x="4478165" y="4606133"/>
            <a:ext cx="121694" cy="93096"/>
            <a:chOff x="5542280" y="2703438"/>
            <a:chExt cx="538480" cy="405521"/>
          </a:xfrm>
          <a:solidFill>
            <a:schemeClr val="tx1"/>
          </a:solidFill>
        </p:grpSpPr>
        <p:sp>
          <p:nvSpPr>
            <p:cNvPr id="221" name="Rectangle 220"/>
            <p:cNvSpPr/>
            <p:nvPr/>
          </p:nvSpPr>
          <p:spPr>
            <a:xfrm>
              <a:off x="5542280" y="2703446"/>
              <a:ext cx="538480" cy="405513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2" name="Isosceles Triangle 221"/>
            <p:cNvSpPr/>
            <p:nvPr/>
          </p:nvSpPr>
          <p:spPr>
            <a:xfrm rot="10800000">
              <a:off x="5562596" y="2703438"/>
              <a:ext cx="492034" cy="254710"/>
            </a:xfrm>
            <a:prstGeom prst="triangl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507411" y="3958321"/>
            <a:ext cx="81963" cy="93642"/>
            <a:chOff x="5075545" y="870600"/>
            <a:chExt cx="387943" cy="399748"/>
          </a:xfrm>
        </p:grpSpPr>
        <p:sp>
          <p:nvSpPr>
            <p:cNvPr id="28" name="Freeform 27"/>
            <p:cNvSpPr/>
            <p:nvPr/>
          </p:nvSpPr>
          <p:spPr>
            <a:xfrm>
              <a:off x="5075545" y="1098274"/>
              <a:ext cx="387943" cy="164638"/>
            </a:xfrm>
            <a:custGeom>
              <a:avLst/>
              <a:gdLst>
                <a:gd name="connsiteX0" fmla="*/ 0 w 505968"/>
                <a:gd name="connsiteY0" fmla="*/ 158538 h 164634"/>
                <a:gd name="connsiteX1" fmla="*/ 115824 w 505968"/>
                <a:gd name="connsiteY1" fmla="*/ 42714 h 164634"/>
                <a:gd name="connsiteX2" fmla="*/ 262128 w 505968"/>
                <a:gd name="connsiteY2" fmla="*/ 42 h 164634"/>
                <a:gd name="connsiteX3" fmla="*/ 402336 w 505968"/>
                <a:gd name="connsiteY3" fmla="*/ 48810 h 164634"/>
                <a:gd name="connsiteX4" fmla="*/ 505968 w 505968"/>
                <a:gd name="connsiteY4" fmla="*/ 164634 h 164634"/>
                <a:gd name="connsiteX0" fmla="*/ 0 w 505968"/>
                <a:gd name="connsiteY0" fmla="*/ 158523 h 164619"/>
                <a:gd name="connsiteX1" fmla="*/ 58799 w 505968"/>
                <a:gd name="connsiteY1" fmla="*/ 92478 h 164619"/>
                <a:gd name="connsiteX2" fmla="*/ 115824 w 505968"/>
                <a:gd name="connsiteY2" fmla="*/ 42699 h 164619"/>
                <a:gd name="connsiteX3" fmla="*/ 262128 w 505968"/>
                <a:gd name="connsiteY3" fmla="*/ 27 h 164619"/>
                <a:gd name="connsiteX4" fmla="*/ 402336 w 505968"/>
                <a:gd name="connsiteY4" fmla="*/ 48795 h 164619"/>
                <a:gd name="connsiteX5" fmla="*/ 505968 w 505968"/>
                <a:gd name="connsiteY5" fmla="*/ 164619 h 164619"/>
                <a:gd name="connsiteX0" fmla="*/ 0 w 505968"/>
                <a:gd name="connsiteY0" fmla="*/ 159303 h 165399"/>
                <a:gd name="connsiteX1" fmla="*/ 58799 w 505968"/>
                <a:gd name="connsiteY1" fmla="*/ 93258 h 165399"/>
                <a:gd name="connsiteX2" fmla="*/ 115824 w 505968"/>
                <a:gd name="connsiteY2" fmla="*/ 43479 h 165399"/>
                <a:gd name="connsiteX3" fmla="*/ 173653 w 505968"/>
                <a:gd name="connsiteY3" fmla="*/ 20868 h 165399"/>
                <a:gd name="connsiteX4" fmla="*/ 262128 w 505968"/>
                <a:gd name="connsiteY4" fmla="*/ 807 h 165399"/>
                <a:gd name="connsiteX5" fmla="*/ 402336 w 505968"/>
                <a:gd name="connsiteY5" fmla="*/ 49575 h 165399"/>
                <a:gd name="connsiteX6" fmla="*/ 505968 w 505968"/>
                <a:gd name="connsiteY6" fmla="*/ 165399 h 165399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73653 w 505968"/>
                <a:gd name="connsiteY3" fmla="*/ 2006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505968 w 505968"/>
                <a:gd name="connsiteY7" fmla="*/ 164600 h 164600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73653 w 505968"/>
                <a:gd name="connsiteY3" fmla="*/ 2006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453297 w 505968"/>
                <a:gd name="connsiteY7" fmla="*/ 98173 h 164600"/>
                <a:gd name="connsiteX8" fmla="*/ 505968 w 505968"/>
                <a:gd name="connsiteY8" fmla="*/ 164600 h 164600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86137 w 505968"/>
                <a:gd name="connsiteY3" fmla="*/ 1625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453297 w 505968"/>
                <a:gd name="connsiteY7" fmla="*/ 98173 h 164600"/>
                <a:gd name="connsiteX8" fmla="*/ 505968 w 505968"/>
                <a:gd name="connsiteY8" fmla="*/ 164600 h 164600"/>
                <a:gd name="connsiteX0" fmla="*/ 0 w 505968"/>
                <a:gd name="connsiteY0" fmla="*/ 158703 h 164799"/>
                <a:gd name="connsiteX1" fmla="*/ 58799 w 505968"/>
                <a:gd name="connsiteY1" fmla="*/ 92658 h 164799"/>
                <a:gd name="connsiteX2" fmla="*/ 115824 w 505968"/>
                <a:gd name="connsiteY2" fmla="*/ 42879 h 164799"/>
                <a:gd name="connsiteX3" fmla="*/ 191131 w 505968"/>
                <a:gd name="connsiteY3" fmla="*/ 10743 h 164799"/>
                <a:gd name="connsiteX4" fmla="*/ 262128 w 505968"/>
                <a:gd name="connsiteY4" fmla="*/ 207 h 164799"/>
                <a:gd name="connsiteX5" fmla="*/ 340940 w 505968"/>
                <a:gd name="connsiteY5" fmla="*/ 18363 h 164799"/>
                <a:gd name="connsiteX6" fmla="*/ 402336 w 505968"/>
                <a:gd name="connsiteY6" fmla="*/ 48975 h 164799"/>
                <a:gd name="connsiteX7" fmla="*/ 453297 w 505968"/>
                <a:gd name="connsiteY7" fmla="*/ 98372 h 164799"/>
                <a:gd name="connsiteX8" fmla="*/ 505968 w 505968"/>
                <a:gd name="connsiteY8" fmla="*/ 164799 h 164799"/>
                <a:gd name="connsiteX0" fmla="*/ 0 w 505968"/>
                <a:gd name="connsiteY0" fmla="*/ 158515 h 164611"/>
                <a:gd name="connsiteX1" fmla="*/ 58799 w 505968"/>
                <a:gd name="connsiteY1" fmla="*/ 92470 h 164611"/>
                <a:gd name="connsiteX2" fmla="*/ 115824 w 505968"/>
                <a:gd name="connsiteY2" fmla="*/ 42691 h 164611"/>
                <a:gd name="connsiteX3" fmla="*/ 191131 w 505968"/>
                <a:gd name="connsiteY3" fmla="*/ 10555 h 164611"/>
                <a:gd name="connsiteX4" fmla="*/ 262128 w 505968"/>
                <a:gd name="connsiteY4" fmla="*/ 19 h 164611"/>
                <a:gd name="connsiteX5" fmla="*/ 353424 w 505968"/>
                <a:gd name="connsiteY5" fmla="*/ 12460 h 164611"/>
                <a:gd name="connsiteX6" fmla="*/ 402336 w 505968"/>
                <a:gd name="connsiteY6" fmla="*/ 48787 h 164611"/>
                <a:gd name="connsiteX7" fmla="*/ 453297 w 505968"/>
                <a:gd name="connsiteY7" fmla="*/ 98184 h 164611"/>
                <a:gd name="connsiteX8" fmla="*/ 505968 w 505968"/>
                <a:gd name="connsiteY8" fmla="*/ 164611 h 164611"/>
                <a:gd name="connsiteX0" fmla="*/ 0 w 505968"/>
                <a:gd name="connsiteY0" fmla="*/ 158625 h 164721"/>
                <a:gd name="connsiteX1" fmla="*/ 58799 w 505968"/>
                <a:gd name="connsiteY1" fmla="*/ 9258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02336 w 505968"/>
                <a:gd name="connsiteY6" fmla="*/ 48897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58799 w 505968"/>
                <a:gd name="connsiteY1" fmla="*/ 9258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75769 w 505968"/>
                <a:gd name="connsiteY7" fmla="*/ 11353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75769 w 505968"/>
                <a:gd name="connsiteY7" fmla="*/ 117344 h 164721"/>
                <a:gd name="connsiteX8" fmla="*/ 505968 w 505968"/>
                <a:gd name="connsiteY8" fmla="*/ 164721 h 164721"/>
                <a:gd name="connsiteX0" fmla="*/ 0 w 505968"/>
                <a:gd name="connsiteY0" fmla="*/ 158506 h 164602"/>
                <a:gd name="connsiteX1" fmla="*/ 46315 w 505968"/>
                <a:gd name="connsiteY1" fmla="*/ 100081 h 164602"/>
                <a:gd name="connsiteX2" fmla="*/ 115824 w 505968"/>
                <a:gd name="connsiteY2" fmla="*/ 42682 h 164602"/>
                <a:gd name="connsiteX3" fmla="*/ 168659 w 505968"/>
                <a:gd name="connsiteY3" fmla="*/ 14356 h 164602"/>
                <a:gd name="connsiteX4" fmla="*/ 262128 w 505968"/>
                <a:gd name="connsiteY4" fmla="*/ 10 h 164602"/>
                <a:gd name="connsiteX5" fmla="*/ 348431 w 505968"/>
                <a:gd name="connsiteY5" fmla="*/ 16261 h 164602"/>
                <a:gd name="connsiteX6" fmla="*/ 412323 w 505968"/>
                <a:gd name="connsiteY6" fmla="*/ 54493 h 164602"/>
                <a:gd name="connsiteX7" fmla="*/ 475769 w 505968"/>
                <a:gd name="connsiteY7" fmla="*/ 117225 h 164602"/>
                <a:gd name="connsiteX8" fmla="*/ 505968 w 505968"/>
                <a:gd name="connsiteY8" fmla="*/ 164602 h 164602"/>
                <a:gd name="connsiteX0" fmla="*/ 0 w 505968"/>
                <a:gd name="connsiteY0" fmla="*/ 158542 h 164638"/>
                <a:gd name="connsiteX1" fmla="*/ 46315 w 505968"/>
                <a:gd name="connsiteY1" fmla="*/ 100117 h 164638"/>
                <a:gd name="connsiteX2" fmla="*/ 115824 w 505968"/>
                <a:gd name="connsiteY2" fmla="*/ 42718 h 164638"/>
                <a:gd name="connsiteX3" fmla="*/ 176150 w 505968"/>
                <a:gd name="connsiteY3" fmla="*/ 12487 h 164638"/>
                <a:gd name="connsiteX4" fmla="*/ 262128 w 505968"/>
                <a:gd name="connsiteY4" fmla="*/ 46 h 164638"/>
                <a:gd name="connsiteX5" fmla="*/ 348431 w 505968"/>
                <a:gd name="connsiteY5" fmla="*/ 16297 h 164638"/>
                <a:gd name="connsiteX6" fmla="*/ 412323 w 505968"/>
                <a:gd name="connsiteY6" fmla="*/ 54529 h 164638"/>
                <a:gd name="connsiteX7" fmla="*/ 475769 w 505968"/>
                <a:gd name="connsiteY7" fmla="*/ 117261 h 164638"/>
                <a:gd name="connsiteX8" fmla="*/ 505968 w 505968"/>
                <a:gd name="connsiteY8" fmla="*/ 164638 h 164638"/>
                <a:gd name="connsiteX0" fmla="*/ 0 w 505968"/>
                <a:gd name="connsiteY0" fmla="*/ 158542 h 164638"/>
                <a:gd name="connsiteX1" fmla="*/ 46315 w 505968"/>
                <a:gd name="connsiteY1" fmla="*/ 100117 h 164638"/>
                <a:gd name="connsiteX2" fmla="*/ 115824 w 505968"/>
                <a:gd name="connsiteY2" fmla="*/ 42718 h 164638"/>
                <a:gd name="connsiteX3" fmla="*/ 176150 w 505968"/>
                <a:gd name="connsiteY3" fmla="*/ 12487 h 164638"/>
                <a:gd name="connsiteX4" fmla="*/ 262128 w 505968"/>
                <a:gd name="connsiteY4" fmla="*/ 46 h 164638"/>
                <a:gd name="connsiteX5" fmla="*/ 348431 w 505968"/>
                <a:gd name="connsiteY5" fmla="*/ 16297 h 164638"/>
                <a:gd name="connsiteX6" fmla="*/ 412323 w 505968"/>
                <a:gd name="connsiteY6" fmla="*/ 54529 h 164638"/>
                <a:gd name="connsiteX7" fmla="*/ 473272 w 505968"/>
                <a:gd name="connsiteY7" fmla="*/ 111546 h 164638"/>
                <a:gd name="connsiteX8" fmla="*/ 505968 w 505968"/>
                <a:gd name="connsiteY8" fmla="*/ 164638 h 164638"/>
                <a:gd name="connsiteX0" fmla="*/ 0 w 508465"/>
                <a:gd name="connsiteY0" fmla="*/ 158542 h 164638"/>
                <a:gd name="connsiteX1" fmla="*/ 46315 w 508465"/>
                <a:gd name="connsiteY1" fmla="*/ 100117 h 164638"/>
                <a:gd name="connsiteX2" fmla="*/ 115824 w 508465"/>
                <a:gd name="connsiteY2" fmla="*/ 42718 h 164638"/>
                <a:gd name="connsiteX3" fmla="*/ 176150 w 508465"/>
                <a:gd name="connsiteY3" fmla="*/ 12487 h 164638"/>
                <a:gd name="connsiteX4" fmla="*/ 262128 w 508465"/>
                <a:gd name="connsiteY4" fmla="*/ 46 h 164638"/>
                <a:gd name="connsiteX5" fmla="*/ 348431 w 508465"/>
                <a:gd name="connsiteY5" fmla="*/ 16297 h 164638"/>
                <a:gd name="connsiteX6" fmla="*/ 412323 w 508465"/>
                <a:gd name="connsiteY6" fmla="*/ 54529 h 164638"/>
                <a:gd name="connsiteX7" fmla="*/ 473272 w 508465"/>
                <a:gd name="connsiteY7" fmla="*/ 111546 h 164638"/>
                <a:gd name="connsiteX8" fmla="*/ 508465 w 508465"/>
                <a:gd name="connsiteY8" fmla="*/ 164638 h 164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8465" h="164638">
                  <a:moveTo>
                    <a:pt x="0" y="158542"/>
                  </a:moveTo>
                  <a:cubicBezTo>
                    <a:pt x="9800" y="147535"/>
                    <a:pt x="27011" y="119421"/>
                    <a:pt x="46315" y="100117"/>
                  </a:cubicBezTo>
                  <a:cubicBezTo>
                    <a:pt x="65619" y="80813"/>
                    <a:pt x="94185" y="57323"/>
                    <a:pt x="115824" y="42718"/>
                  </a:cubicBezTo>
                  <a:cubicBezTo>
                    <a:pt x="137463" y="28113"/>
                    <a:pt x="151766" y="19599"/>
                    <a:pt x="176150" y="12487"/>
                  </a:cubicBezTo>
                  <a:cubicBezTo>
                    <a:pt x="200534" y="5375"/>
                    <a:pt x="233415" y="-589"/>
                    <a:pt x="262128" y="46"/>
                  </a:cubicBezTo>
                  <a:cubicBezTo>
                    <a:pt x="290841" y="681"/>
                    <a:pt x="325063" y="8169"/>
                    <a:pt x="348431" y="16297"/>
                  </a:cubicBezTo>
                  <a:cubicBezTo>
                    <a:pt x="371799" y="24425"/>
                    <a:pt x="391516" y="38654"/>
                    <a:pt x="412323" y="54529"/>
                  </a:cubicBezTo>
                  <a:cubicBezTo>
                    <a:pt x="433130" y="70404"/>
                    <a:pt x="456000" y="92242"/>
                    <a:pt x="473272" y="111546"/>
                  </a:cubicBezTo>
                  <a:cubicBezTo>
                    <a:pt x="490544" y="130850"/>
                    <a:pt x="499687" y="153567"/>
                    <a:pt x="508465" y="164638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" name="Oval 26"/>
            <p:cNvSpPr/>
            <p:nvPr/>
          </p:nvSpPr>
          <p:spPr>
            <a:xfrm>
              <a:off x="5148804" y="870600"/>
              <a:ext cx="241425" cy="24142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36" name="Straight Connector 35"/>
            <p:cNvCxnSpPr/>
            <p:nvPr/>
          </p:nvCxnSpPr>
          <p:spPr>
            <a:xfrm>
              <a:off x="5075545" y="1264251"/>
              <a:ext cx="387943" cy="6097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5041531" y="5235697"/>
            <a:ext cx="71516" cy="101732"/>
            <a:chOff x="5471160" y="670560"/>
            <a:chExt cx="175242" cy="201566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5471160" y="670560"/>
              <a:ext cx="0" cy="2015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>
              <a:off x="5562582" y="670560"/>
              <a:ext cx="0" cy="2015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5646402" y="670560"/>
              <a:ext cx="0" cy="2015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5028787" y="4277281"/>
            <a:ext cx="70983" cy="85034"/>
            <a:chOff x="5086008" y="705389"/>
            <a:chExt cx="339432" cy="406623"/>
          </a:xfrm>
        </p:grpSpPr>
        <p:sp>
          <p:nvSpPr>
            <p:cNvPr id="49" name="Freeform 48"/>
            <p:cNvSpPr/>
            <p:nvPr/>
          </p:nvSpPr>
          <p:spPr>
            <a:xfrm>
              <a:off x="5340078" y="707136"/>
              <a:ext cx="85362" cy="402336"/>
            </a:xfrm>
            <a:custGeom>
              <a:avLst/>
              <a:gdLst>
                <a:gd name="connsiteX0" fmla="*/ 79266 w 85362"/>
                <a:gd name="connsiteY0" fmla="*/ 0 h 402336"/>
                <a:gd name="connsiteX1" fmla="*/ 18 w 85362"/>
                <a:gd name="connsiteY1" fmla="*/ 128016 h 402336"/>
                <a:gd name="connsiteX2" fmla="*/ 85362 w 85362"/>
                <a:gd name="connsiteY2" fmla="*/ 256032 h 402336"/>
                <a:gd name="connsiteX3" fmla="*/ 18 w 85362"/>
                <a:gd name="connsiteY3" fmla="*/ 402336 h 40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362" h="402336">
                  <a:moveTo>
                    <a:pt x="79266" y="0"/>
                  </a:moveTo>
                  <a:cubicBezTo>
                    <a:pt x="39134" y="42672"/>
                    <a:pt x="-998" y="85344"/>
                    <a:pt x="18" y="128016"/>
                  </a:cubicBezTo>
                  <a:cubicBezTo>
                    <a:pt x="1034" y="170688"/>
                    <a:pt x="85362" y="210312"/>
                    <a:pt x="85362" y="256032"/>
                  </a:cubicBezTo>
                  <a:cubicBezTo>
                    <a:pt x="85362" y="301752"/>
                    <a:pt x="14242" y="375920"/>
                    <a:pt x="18" y="402336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5" name="Freeform 224"/>
            <p:cNvSpPr/>
            <p:nvPr/>
          </p:nvSpPr>
          <p:spPr>
            <a:xfrm>
              <a:off x="5086008" y="706849"/>
              <a:ext cx="85362" cy="402336"/>
            </a:xfrm>
            <a:custGeom>
              <a:avLst/>
              <a:gdLst>
                <a:gd name="connsiteX0" fmla="*/ 79266 w 85362"/>
                <a:gd name="connsiteY0" fmla="*/ 0 h 402336"/>
                <a:gd name="connsiteX1" fmla="*/ 18 w 85362"/>
                <a:gd name="connsiteY1" fmla="*/ 128016 h 402336"/>
                <a:gd name="connsiteX2" fmla="*/ 85362 w 85362"/>
                <a:gd name="connsiteY2" fmla="*/ 256032 h 402336"/>
                <a:gd name="connsiteX3" fmla="*/ 18 w 85362"/>
                <a:gd name="connsiteY3" fmla="*/ 402336 h 40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362" h="402336">
                  <a:moveTo>
                    <a:pt x="79266" y="0"/>
                  </a:moveTo>
                  <a:cubicBezTo>
                    <a:pt x="39134" y="42672"/>
                    <a:pt x="-998" y="85344"/>
                    <a:pt x="18" y="128016"/>
                  </a:cubicBezTo>
                  <a:cubicBezTo>
                    <a:pt x="1034" y="170688"/>
                    <a:pt x="85362" y="210312"/>
                    <a:pt x="85362" y="256032"/>
                  </a:cubicBezTo>
                  <a:cubicBezTo>
                    <a:pt x="85362" y="301752"/>
                    <a:pt x="14242" y="375920"/>
                    <a:pt x="18" y="402336"/>
                  </a:cubicBezTo>
                </a:path>
              </a:pathLst>
            </a:custGeom>
            <a:noFill/>
            <a:ln w="63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51" name="Straight Connector 50"/>
            <p:cNvCxnSpPr/>
            <p:nvPr/>
          </p:nvCxnSpPr>
          <p:spPr>
            <a:xfrm>
              <a:off x="5086026" y="1111725"/>
              <a:ext cx="254070" cy="287"/>
            </a:xfrm>
            <a:prstGeom prst="line">
              <a:avLst/>
            </a:prstGeom>
            <a:ln w="63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>
              <a:off x="5166181" y="705389"/>
              <a:ext cx="254070" cy="287"/>
            </a:xfrm>
            <a:prstGeom prst="line">
              <a:avLst/>
            </a:prstGeom>
            <a:ln w="63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>
              <a:off x="5169991" y="762847"/>
              <a:ext cx="149843" cy="0"/>
            </a:xfrm>
            <a:prstGeom prst="line">
              <a:avLst/>
            </a:prstGeom>
            <a:ln w="63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>
              <a:off x="5138139" y="831986"/>
              <a:ext cx="149843" cy="0"/>
            </a:xfrm>
            <a:prstGeom prst="line">
              <a:avLst/>
            </a:prstGeom>
            <a:ln w="63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>
              <a:off x="5190235" y="908017"/>
              <a:ext cx="149843" cy="0"/>
            </a:xfrm>
            <a:prstGeom prst="line">
              <a:avLst/>
            </a:prstGeom>
            <a:ln w="63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5211603" y="983401"/>
              <a:ext cx="149843" cy="0"/>
            </a:xfrm>
            <a:prstGeom prst="line">
              <a:avLst/>
            </a:prstGeom>
            <a:ln w="63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>
              <a:off x="5173800" y="1057137"/>
              <a:ext cx="149843" cy="0"/>
            </a:xfrm>
            <a:prstGeom prst="line">
              <a:avLst/>
            </a:prstGeom>
            <a:ln w="63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1" name="Group 240"/>
          <p:cNvGrpSpPr/>
          <p:nvPr/>
        </p:nvGrpSpPr>
        <p:grpSpPr>
          <a:xfrm>
            <a:off x="4488650" y="4272513"/>
            <a:ext cx="100724" cy="78332"/>
            <a:chOff x="5029200" y="871794"/>
            <a:chExt cx="457200" cy="355559"/>
          </a:xfrm>
        </p:grpSpPr>
        <p:sp>
          <p:nvSpPr>
            <p:cNvPr id="59" name="Rectangle 58"/>
            <p:cNvSpPr/>
            <p:nvPr/>
          </p:nvSpPr>
          <p:spPr>
            <a:xfrm>
              <a:off x="5029200" y="872126"/>
              <a:ext cx="457200" cy="355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37" name="Straight Connector 236"/>
            <p:cNvCxnSpPr/>
            <p:nvPr/>
          </p:nvCxnSpPr>
          <p:spPr>
            <a:xfrm flipH="1">
              <a:off x="5029200" y="1100318"/>
              <a:ext cx="4572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Rectangle 238"/>
            <p:cNvSpPr/>
            <p:nvPr/>
          </p:nvSpPr>
          <p:spPr>
            <a:xfrm>
              <a:off x="5029200" y="871794"/>
              <a:ext cx="457200" cy="1091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5150915" y="980944"/>
              <a:ext cx="0" cy="24640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2" name="TextBox 241"/>
          <p:cNvSpPr txBox="1"/>
          <p:nvPr/>
        </p:nvSpPr>
        <p:spPr>
          <a:xfrm>
            <a:off x="3999748" y="4758454"/>
            <a:ext cx="66378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AU" sz="800" dirty="0"/>
              <a:t>Service Task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916631" y="4765355"/>
            <a:ext cx="66378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AU" sz="800" dirty="0"/>
              <a:t>Ad-hoc </a:t>
            </a:r>
          </a:p>
        </p:txBody>
      </p:sp>
      <p:sp>
        <p:nvSpPr>
          <p:cNvPr id="245" name="Freeform 244"/>
          <p:cNvSpPr/>
          <p:nvPr/>
        </p:nvSpPr>
        <p:spPr>
          <a:xfrm>
            <a:off x="5015500" y="3971694"/>
            <a:ext cx="112394" cy="64248"/>
          </a:xfrm>
          <a:custGeom>
            <a:avLst/>
            <a:gdLst>
              <a:gd name="connsiteX0" fmla="*/ 60960 w 452120"/>
              <a:gd name="connsiteY0" fmla="*/ 0 h 271780"/>
              <a:gd name="connsiteX1" fmla="*/ 248920 w 452120"/>
              <a:gd name="connsiteY1" fmla="*/ 0 h 271780"/>
              <a:gd name="connsiteX2" fmla="*/ 279400 w 452120"/>
              <a:gd name="connsiteY2" fmla="*/ 30480 h 271780"/>
              <a:gd name="connsiteX3" fmla="*/ 261620 w 452120"/>
              <a:gd name="connsiteY3" fmla="*/ 48260 h 271780"/>
              <a:gd name="connsiteX4" fmla="*/ 170180 w 452120"/>
              <a:gd name="connsiteY4" fmla="*/ 48260 h 271780"/>
              <a:gd name="connsiteX5" fmla="*/ 436880 w 452120"/>
              <a:gd name="connsiteY5" fmla="*/ 48260 h 271780"/>
              <a:gd name="connsiteX6" fmla="*/ 452120 w 452120"/>
              <a:gd name="connsiteY6" fmla="*/ 63500 h 271780"/>
              <a:gd name="connsiteX7" fmla="*/ 452120 w 452120"/>
              <a:gd name="connsiteY7" fmla="*/ 99060 h 271780"/>
              <a:gd name="connsiteX8" fmla="*/ 248920 w 452120"/>
              <a:gd name="connsiteY8" fmla="*/ 99060 h 271780"/>
              <a:gd name="connsiteX9" fmla="*/ 401320 w 452120"/>
              <a:gd name="connsiteY9" fmla="*/ 99060 h 271780"/>
              <a:gd name="connsiteX10" fmla="*/ 429260 w 452120"/>
              <a:gd name="connsiteY10" fmla="*/ 127000 h 271780"/>
              <a:gd name="connsiteX11" fmla="*/ 429260 w 452120"/>
              <a:gd name="connsiteY11" fmla="*/ 160020 h 271780"/>
              <a:gd name="connsiteX12" fmla="*/ 261620 w 452120"/>
              <a:gd name="connsiteY12" fmla="*/ 160020 h 271780"/>
              <a:gd name="connsiteX13" fmla="*/ 388620 w 452120"/>
              <a:gd name="connsiteY13" fmla="*/ 160020 h 271780"/>
              <a:gd name="connsiteX14" fmla="*/ 411480 w 452120"/>
              <a:gd name="connsiteY14" fmla="*/ 182880 h 271780"/>
              <a:gd name="connsiteX15" fmla="*/ 391160 w 452120"/>
              <a:gd name="connsiteY15" fmla="*/ 203200 h 271780"/>
              <a:gd name="connsiteX16" fmla="*/ 266700 w 452120"/>
              <a:gd name="connsiteY16" fmla="*/ 203200 h 271780"/>
              <a:gd name="connsiteX17" fmla="*/ 381000 w 452120"/>
              <a:gd name="connsiteY17" fmla="*/ 203200 h 271780"/>
              <a:gd name="connsiteX18" fmla="*/ 406400 w 452120"/>
              <a:gd name="connsiteY18" fmla="*/ 228600 h 271780"/>
              <a:gd name="connsiteX19" fmla="*/ 381000 w 452120"/>
              <a:gd name="connsiteY19" fmla="*/ 254000 h 271780"/>
              <a:gd name="connsiteX20" fmla="*/ 381000 w 452120"/>
              <a:gd name="connsiteY20" fmla="*/ 271780 h 271780"/>
              <a:gd name="connsiteX21" fmla="*/ 71120 w 452120"/>
              <a:gd name="connsiteY21" fmla="*/ 271780 h 271780"/>
              <a:gd name="connsiteX22" fmla="*/ 0 w 452120"/>
              <a:gd name="connsiteY22" fmla="*/ 200660 h 271780"/>
              <a:gd name="connsiteX23" fmla="*/ 0 w 452120"/>
              <a:gd name="connsiteY23" fmla="*/ 73660 h 271780"/>
              <a:gd name="connsiteX24" fmla="*/ 60960 w 452120"/>
              <a:gd name="connsiteY24" fmla="*/ 0 h 271780"/>
              <a:gd name="connsiteX0" fmla="*/ 60960 w 452120"/>
              <a:gd name="connsiteY0" fmla="*/ 0 h 271780"/>
              <a:gd name="connsiteX1" fmla="*/ 248920 w 452120"/>
              <a:gd name="connsiteY1" fmla="*/ 0 h 271780"/>
              <a:gd name="connsiteX2" fmla="*/ 279400 w 452120"/>
              <a:gd name="connsiteY2" fmla="*/ 30480 h 271780"/>
              <a:gd name="connsiteX3" fmla="*/ 261620 w 452120"/>
              <a:gd name="connsiteY3" fmla="*/ 48260 h 271780"/>
              <a:gd name="connsiteX4" fmla="*/ 170180 w 452120"/>
              <a:gd name="connsiteY4" fmla="*/ 48260 h 271780"/>
              <a:gd name="connsiteX5" fmla="*/ 436880 w 452120"/>
              <a:gd name="connsiteY5" fmla="*/ 48260 h 271780"/>
              <a:gd name="connsiteX6" fmla="*/ 452120 w 452120"/>
              <a:gd name="connsiteY6" fmla="*/ 63500 h 271780"/>
              <a:gd name="connsiteX7" fmla="*/ 452120 w 452120"/>
              <a:gd name="connsiteY7" fmla="*/ 99060 h 271780"/>
              <a:gd name="connsiteX8" fmla="*/ 248920 w 452120"/>
              <a:gd name="connsiteY8" fmla="*/ 99060 h 271780"/>
              <a:gd name="connsiteX9" fmla="*/ 401320 w 452120"/>
              <a:gd name="connsiteY9" fmla="*/ 99060 h 271780"/>
              <a:gd name="connsiteX10" fmla="*/ 429260 w 452120"/>
              <a:gd name="connsiteY10" fmla="*/ 127000 h 271780"/>
              <a:gd name="connsiteX11" fmla="*/ 429260 w 452120"/>
              <a:gd name="connsiteY11" fmla="*/ 160020 h 271780"/>
              <a:gd name="connsiteX12" fmla="*/ 261620 w 452120"/>
              <a:gd name="connsiteY12" fmla="*/ 160020 h 271780"/>
              <a:gd name="connsiteX13" fmla="*/ 388620 w 452120"/>
              <a:gd name="connsiteY13" fmla="*/ 160020 h 271780"/>
              <a:gd name="connsiteX14" fmla="*/ 411480 w 452120"/>
              <a:gd name="connsiteY14" fmla="*/ 182880 h 271780"/>
              <a:gd name="connsiteX15" fmla="*/ 391160 w 452120"/>
              <a:gd name="connsiteY15" fmla="*/ 203200 h 271780"/>
              <a:gd name="connsiteX16" fmla="*/ 266700 w 452120"/>
              <a:gd name="connsiteY16" fmla="*/ 203200 h 271780"/>
              <a:gd name="connsiteX17" fmla="*/ 381000 w 452120"/>
              <a:gd name="connsiteY17" fmla="*/ 203200 h 271780"/>
              <a:gd name="connsiteX18" fmla="*/ 406400 w 452120"/>
              <a:gd name="connsiteY18" fmla="*/ 228600 h 271780"/>
              <a:gd name="connsiteX19" fmla="*/ 381000 w 452120"/>
              <a:gd name="connsiteY19" fmla="*/ 271780 h 271780"/>
              <a:gd name="connsiteX20" fmla="*/ 71120 w 452120"/>
              <a:gd name="connsiteY20" fmla="*/ 271780 h 271780"/>
              <a:gd name="connsiteX21" fmla="*/ 0 w 452120"/>
              <a:gd name="connsiteY21" fmla="*/ 200660 h 271780"/>
              <a:gd name="connsiteX22" fmla="*/ 0 w 452120"/>
              <a:gd name="connsiteY22" fmla="*/ 73660 h 271780"/>
              <a:gd name="connsiteX23" fmla="*/ 60960 w 452120"/>
              <a:gd name="connsiteY23" fmla="*/ 0 h 271780"/>
              <a:gd name="connsiteX0" fmla="*/ 60960 w 452120"/>
              <a:gd name="connsiteY0" fmla="*/ 0 h 271780"/>
              <a:gd name="connsiteX1" fmla="*/ 248920 w 452120"/>
              <a:gd name="connsiteY1" fmla="*/ 0 h 271780"/>
              <a:gd name="connsiteX2" fmla="*/ 279400 w 452120"/>
              <a:gd name="connsiteY2" fmla="*/ 30480 h 271780"/>
              <a:gd name="connsiteX3" fmla="*/ 261620 w 452120"/>
              <a:gd name="connsiteY3" fmla="*/ 48260 h 271780"/>
              <a:gd name="connsiteX4" fmla="*/ 170180 w 452120"/>
              <a:gd name="connsiteY4" fmla="*/ 48260 h 271780"/>
              <a:gd name="connsiteX5" fmla="*/ 436880 w 452120"/>
              <a:gd name="connsiteY5" fmla="*/ 48260 h 271780"/>
              <a:gd name="connsiteX6" fmla="*/ 452120 w 452120"/>
              <a:gd name="connsiteY6" fmla="*/ 63500 h 271780"/>
              <a:gd name="connsiteX7" fmla="*/ 452120 w 452120"/>
              <a:gd name="connsiteY7" fmla="*/ 99060 h 271780"/>
              <a:gd name="connsiteX8" fmla="*/ 248920 w 452120"/>
              <a:gd name="connsiteY8" fmla="*/ 99060 h 271780"/>
              <a:gd name="connsiteX9" fmla="*/ 401320 w 452120"/>
              <a:gd name="connsiteY9" fmla="*/ 99060 h 271780"/>
              <a:gd name="connsiteX10" fmla="*/ 429260 w 452120"/>
              <a:gd name="connsiteY10" fmla="*/ 127000 h 271780"/>
              <a:gd name="connsiteX11" fmla="*/ 429260 w 452120"/>
              <a:gd name="connsiteY11" fmla="*/ 160020 h 271780"/>
              <a:gd name="connsiteX12" fmla="*/ 261620 w 452120"/>
              <a:gd name="connsiteY12" fmla="*/ 160020 h 271780"/>
              <a:gd name="connsiteX13" fmla="*/ 388620 w 452120"/>
              <a:gd name="connsiteY13" fmla="*/ 160020 h 271780"/>
              <a:gd name="connsiteX14" fmla="*/ 411480 w 452120"/>
              <a:gd name="connsiteY14" fmla="*/ 182880 h 271780"/>
              <a:gd name="connsiteX15" fmla="*/ 391160 w 452120"/>
              <a:gd name="connsiteY15" fmla="*/ 203200 h 271780"/>
              <a:gd name="connsiteX16" fmla="*/ 266700 w 452120"/>
              <a:gd name="connsiteY16" fmla="*/ 203200 h 271780"/>
              <a:gd name="connsiteX17" fmla="*/ 381000 w 452120"/>
              <a:gd name="connsiteY17" fmla="*/ 203200 h 271780"/>
              <a:gd name="connsiteX18" fmla="*/ 415925 w 452120"/>
              <a:gd name="connsiteY18" fmla="*/ 240030 h 271780"/>
              <a:gd name="connsiteX19" fmla="*/ 381000 w 452120"/>
              <a:gd name="connsiteY19" fmla="*/ 271780 h 271780"/>
              <a:gd name="connsiteX20" fmla="*/ 71120 w 452120"/>
              <a:gd name="connsiteY20" fmla="*/ 271780 h 271780"/>
              <a:gd name="connsiteX21" fmla="*/ 0 w 452120"/>
              <a:gd name="connsiteY21" fmla="*/ 200660 h 271780"/>
              <a:gd name="connsiteX22" fmla="*/ 0 w 452120"/>
              <a:gd name="connsiteY22" fmla="*/ 73660 h 271780"/>
              <a:gd name="connsiteX23" fmla="*/ 60960 w 452120"/>
              <a:gd name="connsiteY23" fmla="*/ 0 h 271780"/>
              <a:gd name="connsiteX0" fmla="*/ 60960 w 452120"/>
              <a:gd name="connsiteY0" fmla="*/ 0 h 271780"/>
              <a:gd name="connsiteX1" fmla="*/ 248920 w 452120"/>
              <a:gd name="connsiteY1" fmla="*/ 0 h 271780"/>
              <a:gd name="connsiteX2" fmla="*/ 279400 w 452120"/>
              <a:gd name="connsiteY2" fmla="*/ 30480 h 271780"/>
              <a:gd name="connsiteX3" fmla="*/ 261620 w 452120"/>
              <a:gd name="connsiteY3" fmla="*/ 48260 h 271780"/>
              <a:gd name="connsiteX4" fmla="*/ 170180 w 452120"/>
              <a:gd name="connsiteY4" fmla="*/ 48260 h 271780"/>
              <a:gd name="connsiteX5" fmla="*/ 436880 w 452120"/>
              <a:gd name="connsiteY5" fmla="*/ 48260 h 271780"/>
              <a:gd name="connsiteX6" fmla="*/ 452120 w 452120"/>
              <a:gd name="connsiteY6" fmla="*/ 63500 h 271780"/>
              <a:gd name="connsiteX7" fmla="*/ 452120 w 452120"/>
              <a:gd name="connsiteY7" fmla="*/ 99060 h 271780"/>
              <a:gd name="connsiteX8" fmla="*/ 248920 w 452120"/>
              <a:gd name="connsiteY8" fmla="*/ 99060 h 271780"/>
              <a:gd name="connsiteX9" fmla="*/ 401320 w 452120"/>
              <a:gd name="connsiteY9" fmla="*/ 99060 h 271780"/>
              <a:gd name="connsiteX10" fmla="*/ 429260 w 452120"/>
              <a:gd name="connsiteY10" fmla="*/ 127000 h 271780"/>
              <a:gd name="connsiteX11" fmla="*/ 429260 w 452120"/>
              <a:gd name="connsiteY11" fmla="*/ 160020 h 271780"/>
              <a:gd name="connsiteX12" fmla="*/ 261620 w 452120"/>
              <a:gd name="connsiteY12" fmla="*/ 160020 h 271780"/>
              <a:gd name="connsiteX13" fmla="*/ 388620 w 452120"/>
              <a:gd name="connsiteY13" fmla="*/ 160020 h 271780"/>
              <a:gd name="connsiteX14" fmla="*/ 411480 w 452120"/>
              <a:gd name="connsiteY14" fmla="*/ 182880 h 271780"/>
              <a:gd name="connsiteX15" fmla="*/ 391160 w 452120"/>
              <a:gd name="connsiteY15" fmla="*/ 203200 h 271780"/>
              <a:gd name="connsiteX16" fmla="*/ 266700 w 452120"/>
              <a:gd name="connsiteY16" fmla="*/ 203200 h 271780"/>
              <a:gd name="connsiteX17" fmla="*/ 381000 w 452120"/>
              <a:gd name="connsiteY17" fmla="*/ 203200 h 271780"/>
              <a:gd name="connsiteX18" fmla="*/ 415925 w 452120"/>
              <a:gd name="connsiteY18" fmla="*/ 240030 h 271780"/>
              <a:gd name="connsiteX19" fmla="*/ 381000 w 452120"/>
              <a:gd name="connsiteY19" fmla="*/ 254635 h 271780"/>
              <a:gd name="connsiteX20" fmla="*/ 71120 w 452120"/>
              <a:gd name="connsiteY20" fmla="*/ 271780 h 271780"/>
              <a:gd name="connsiteX21" fmla="*/ 0 w 452120"/>
              <a:gd name="connsiteY21" fmla="*/ 200660 h 271780"/>
              <a:gd name="connsiteX22" fmla="*/ 0 w 452120"/>
              <a:gd name="connsiteY22" fmla="*/ 73660 h 271780"/>
              <a:gd name="connsiteX23" fmla="*/ 60960 w 452120"/>
              <a:gd name="connsiteY23" fmla="*/ 0 h 271780"/>
              <a:gd name="connsiteX0" fmla="*/ 60960 w 452120"/>
              <a:gd name="connsiteY0" fmla="*/ 0 h 256540"/>
              <a:gd name="connsiteX1" fmla="*/ 248920 w 452120"/>
              <a:gd name="connsiteY1" fmla="*/ 0 h 256540"/>
              <a:gd name="connsiteX2" fmla="*/ 279400 w 452120"/>
              <a:gd name="connsiteY2" fmla="*/ 30480 h 256540"/>
              <a:gd name="connsiteX3" fmla="*/ 261620 w 452120"/>
              <a:gd name="connsiteY3" fmla="*/ 48260 h 256540"/>
              <a:gd name="connsiteX4" fmla="*/ 170180 w 452120"/>
              <a:gd name="connsiteY4" fmla="*/ 48260 h 256540"/>
              <a:gd name="connsiteX5" fmla="*/ 436880 w 452120"/>
              <a:gd name="connsiteY5" fmla="*/ 48260 h 256540"/>
              <a:gd name="connsiteX6" fmla="*/ 452120 w 452120"/>
              <a:gd name="connsiteY6" fmla="*/ 63500 h 256540"/>
              <a:gd name="connsiteX7" fmla="*/ 452120 w 452120"/>
              <a:gd name="connsiteY7" fmla="*/ 99060 h 256540"/>
              <a:gd name="connsiteX8" fmla="*/ 248920 w 452120"/>
              <a:gd name="connsiteY8" fmla="*/ 99060 h 256540"/>
              <a:gd name="connsiteX9" fmla="*/ 401320 w 452120"/>
              <a:gd name="connsiteY9" fmla="*/ 99060 h 256540"/>
              <a:gd name="connsiteX10" fmla="*/ 429260 w 452120"/>
              <a:gd name="connsiteY10" fmla="*/ 127000 h 256540"/>
              <a:gd name="connsiteX11" fmla="*/ 429260 w 452120"/>
              <a:gd name="connsiteY11" fmla="*/ 160020 h 256540"/>
              <a:gd name="connsiteX12" fmla="*/ 261620 w 452120"/>
              <a:gd name="connsiteY12" fmla="*/ 160020 h 256540"/>
              <a:gd name="connsiteX13" fmla="*/ 388620 w 452120"/>
              <a:gd name="connsiteY13" fmla="*/ 160020 h 256540"/>
              <a:gd name="connsiteX14" fmla="*/ 411480 w 452120"/>
              <a:gd name="connsiteY14" fmla="*/ 182880 h 256540"/>
              <a:gd name="connsiteX15" fmla="*/ 391160 w 452120"/>
              <a:gd name="connsiteY15" fmla="*/ 203200 h 256540"/>
              <a:gd name="connsiteX16" fmla="*/ 266700 w 452120"/>
              <a:gd name="connsiteY16" fmla="*/ 203200 h 256540"/>
              <a:gd name="connsiteX17" fmla="*/ 381000 w 452120"/>
              <a:gd name="connsiteY17" fmla="*/ 203200 h 256540"/>
              <a:gd name="connsiteX18" fmla="*/ 415925 w 452120"/>
              <a:gd name="connsiteY18" fmla="*/ 240030 h 256540"/>
              <a:gd name="connsiteX19" fmla="*/ 381000 w 452120"/>
              <a:gd name="connsiteY19" fmla="*/ 254635 h 256540"/>
              <a:gd name="connsiteX20" fmla="*/ 69215 w 452120"/>
              <a:gd name="connsiteY20" fmla="*/ 256540 h 256540"/>
              <a:gd name="connsiteX21" fmla="*/ 0 w 452120"/>
              <a:gd name="connsiteY21" fmla="*/ 200660 h 256540"/>
              <a:gd name="connsiteX22" fmla="*/ 0 w 452120"/>
              <a:gd name="connsiteY22" fmla="*/ 73660 h 256540"/>
              <a:gd name="connsiteX23" fmla="*/ 60960 w 452120"/>
              <a:gd name="connsiteY23" fmla="*/ 0 h 256540"/>
              <a:gd name="connsiteX0" fmla="*/ 60960 w 452120"/>
              <a:gd name="connsiteY0" fmla="*/ 0 h 266065"/>
              <a:gd name="connsiteX1" fmla="*/ 248920 w 452120"/>
              <a:gd name="connsiteY1" fmla="*/ 0 h 266065"/>
              <a:gd name="connsiteX2" fmla="*/ 279400 w 452120"/>
              <a:gd name="connsiteY2" fmla="*/ 30480 h 266065"/>
              <a:gd name="connsiteX3" fmla="*/ 261620 w 452120"/>
              <a:gd name="connsiteY3" fmla="*/ 48260 h 266065"/>
              <a:gd name="connsiteX4" fmla="*/ 170180 w 452120"/>
              <a:gd name="connsiteY4" fmla="*/ 48260 h 266065"/>
              <a:gd name="connsiteX5" fmla="*/ 436880 w 452120"/>
              <a:gd name="connsiteY5" fmla="*/ 48260 h 266065"/>
              <a:gd name="connsiteX6" fmla="*/ 452120 w 452120"/>
              <a:gd name="connsiteY6" fmla="*/ 63500 h 266065"/>
              <a:gd name="connsiteX7" fmla="*/ 452120 w 452120"/>
              <a:gd name="connsiteY7" fmla="*/ 99060 h 266065"/>
              <a:gd name="connsiteX8" fmla="*/ 248920 w 452120"/>
              <a:gd name="connsiteY8" fmla="*/ 99060 h 266065"/>
              <a:gd name="connsiteX9" fmla="*/ 401320 w 452120"/>
              <a:gd name="connsiteY9" fmla="*/ 99060 h 266065"/>
              <a:gd name="connsiteX10" fmla="*/ 429260 w 452120"/>
              <a:gd name="connsiteY10" fmla="*/ 127000 h 266065"/>
              <a:gd name="connsiteX11" fmla="*/ 429260 w 452120"/>
              <a:gd name="connsiteY11" fmla="*/ 160020 h 266065"/>
              <a:gd name="connsiteX12" fmla="*/ 261620 w 452120"/>
              <a:gd name="connsiteY12" fmla="*/ 160020 h 266065"/>
              <a:gd name="connsiteX13" fmla="*/ 388620 w 452120"/>
              <a:gd name="connsiteY13" fmla="*/ 160020 h 266065"/>
              <a:gd name="connsiteX14" fmla="*/ 411480 w 452120"/>
              <a:gd name="connsiteY14" fmla="*/ 182880 h 266065"/>
              <a:gd name="connsiteX15" fmla="*/ 391160 w 452120"/>
              <a:gd name="connsiteY15" fmla="*/ 203200 h 266065"/>
              <a:gd name="connsiteX16" fmla="*/ 266700 w 452120"/>
              <a:gd name="connsiteY16" fmla="*/ 203200 h 266065"/>
              <a:gd name="connsiteX17" fmla="*/ 381000 w 452120"/>
              <a:gd name="connsiteY17" fmla="*/ 203200 h 266065"/>
              <a:gd name="connsiteX18" fmla="*/ 415925 w 452120"/>
              <a:gd name="connsiteY18" fmla="*/ 240030 h 266065"/>
              <a:gd name="connsiteX19" fmla="*/ 377190 w 452120"/>
              <a:gd name="connsiteY19" fmla="*/ 266065 h 266065"/>
              <a:gd name="connsiteX20" fmla="*/ 69215 w 452120"/>
              <a:gd name="connsiteY20" fmla="*/ 256540 h 266065"/>
              <a:gd name="connsiteX21" fmla="*/ 0 w 452120"/>
              <a:gd name="connsiteY21" fmla="*/ 200660 h 266065"/>
              <a:gd name="connsiteX22" fmla="*/ 0 w 452120"/>
              <a:gd name="connsiteY22" fmla="*/ 73660 h 266065"/>
              <a:gd name="connsiteX23" fmla="*/ 60960 w 452120"/>
              <a:gd name="connsiteY23" fmla="*/ 0 h 266065"/>
              <a:gd name="connsiteX0" fmla="*/ 60960 w 452120"/>
              <a:gd name="connsiteY0" fmla="*/ 0 h 266065"/>
              <a:gd name="connsiteX1" fmla="*/ 248920 w 452120"/>
              <a:gd name="connsiteY1" fmla="*/ 0 h 266065"/>
              <a:gd name="connsiteX2" fmla="*/ 279400 w 452120"/>
              <a:gd name="connsiteY2" fmla="*/ 30480 h 266065"/>
              <a:gd name="connsiteX3" fmla="*/ 261620 w 452120"/>
              <a:gd name="connsiteY3" fmla="*/ 48260 h 266065"/>
              <a:gd name="connsiteX4" fmla="*/ 170180 w 452120"/>
              <a:gd name="connsiteY4" fmla="*/ 48260 h 266065"/>
              <a:gd name="connsiteX5" fmla="*/ 436880 w 452120"/>
              <a:gd name="connsiteY5" fmla="*/ 48260 h 266065"/>
              <a:gd name="connsiteX6" fmla="*/ 452120 w 452120"/>
              <a:gd name="connsiteY6" fmla="*/ 63500 h 266065"/>
              <a:gd name="connsiteX7" fmla="*/ 452120 w 452120"/>
              <a:gd name="connsiteY7" fmla="*/ 99060 h 266065"/>
              <a:gd name="connsiteX8" fmla="*/ 248920 w 452120"/>
              <a:gd name="connsiteY8" fmla="*/ 99060 h 266065"/>
              <a:gd name="connsiteX9" fmla="*/ 401320 w 452120"/>
              <a:gd name="connsiteY9" fmla="*/ 99060 h 266065"/>
              <a:gd name="connsiteX10" fmla="*/ 429260 w 452120"/>
              <a:gd name="connsiteY10" fmla="*/ 127000 h 266065"/>
              <a:gd name="connsiteX11" fmla="*/ 429260 w 452120"/>
              <a:gd name="connsiteY11" fmla="*/ 160020 h 266065"/>
              <a:gd name="connsiteX12" fmla="*/ 261620 w 452120"/>
              <a:gd name="connsiteY12" fmla="*/ 160020 h 266065"/>
              <a:gd name="connsiteX13" fmla="*/ 388620 w 452120"/>
              <a:gd name="connsiteY13" fmla="*/ 160020 h 266065"/>
              <a:gd name="connsiteX14" fmla="*/ 411480 w 452120"/>
              <a:gd name="connsiteY14" fmla="*/ 182880 h 266065"/>
              <a:gd name="connsiteX15" fmla="*/ 391160 w 452120"/>
              <a:gd name="connsiteY15" fmla="*/ 203200 h 266065"/>
              <a:gd name="connsiteX16" fmla="*/ 266700 w 452120"/>
              <a:gd name="connsiteY16" fmla="*/ 203200 h 266065"/>
              <a:gd name="connsiteX17" fmla="*/ 379095 w 452120"/>
              <a:gd name="connsiteY17" fmla="*/ 208915 h 266065"/>
              <a:gd name="connsiteX18" fmla="*/ 415925 w 452120"/>
              <a:gd name="connsiteY18" fmla="*/ 240030 h 266065"/>
              <a:gd name="connsiteX19" fmla="*/ 377190 w 452120"/>
              <a:gd name="connsiteY19" fmla="*/ 266065 h 266065"/>
              <a:gd name="connsiteX20" fmla="*/ 69215 w 452120"/>
              <a:gd name="connsiteY20" fmla="*/ 256540 h 266065"/>
              <a:gd name="connsiteX21" fmla="*/ 0 w 452120"/>
              <a:gd name="connsiteY21" fmla="*/ 200660 h 266065"/>
              <a:gd name="connsiteX22" fmla="*/ 0 w 452120"/>
              <a:gd name="connsiteY22" fmla="*/ 73660 h 266065"/>
              <a:gd name="connsiteX23" fmla="*/ 60960 w 452120"/>
              <a:gd name="connsiteY23" fmla="*/ 0 h 266065"/>
              <a:gd name="connsiteX0" fmla="*/ 60960 w 452120"/>
              <a:gd name="connsiteY0" fmla="*/ 0 h 266065"/>
              <a:gd name="connsiteX1" fmla="*/ 248920 w 452120"/>
              <a:gd name="connsiteY1" fmla="*/ 0 h 266065"/>
              <a:gd name="connsiteX2" fmla="*/ 279400 w 452120"/>
              <a:gd name="connsiteY2" fmla="*/ 30480 h 266065"/>
              <a:gd name="connsiteX3" fmla="*/ 261620 w 452120"/>
              <a:gd name="connsiteY3" fmla="*/ 48260 h 266065"/>
              <a:gd name="connsiteX4" fmla="*/ 170180 w 452120"/>
              <a:gd name="connsiteY4" fmla="*/ 48260 h 266065"/>
              <a:gd name="connsiteX5" fmla="*/ 436880 w 452120"/>
              <a:gd name="connsiteY5" fmla="*/ 48260 h 266065"/>
              <a:gd name="connsiteX6" fmla="*/ 452120 w 452120"/>
              <a:gd name="connsiteY6" fmla="*/ 63500 h 266065"/>
              <a:gd name="connsiteX7" fmla="*/ 452120 w 452120"/>
              <a:gd name="connsiteY7" fmla="*/ 99060 h 266065"/>
              <a:gd name="connsiteX8" fmla="*/ 248920 w 452120"/>
              <a:gd name="connsiteY8" fmla="*/ 99060 h 266065"/>
              <a:gd name="connsiteX9" fmla="*/ 401320 w 452120"/>
              <a:gd name="connsiteY9" fmla="*/ 99060 h 266065"/>
              <a:gd name="connsiteX10" fmla="*/ 429260 w 452120"/>
              <a:gd name="connsiteY10" fmla="*/ 127000 h 266065"/>
              <a:gd name="connsiteX11" fmla="*/ 429260 w 452120"/>
              <a:gd name="connsiteY11" fmla="*/ 160020 h 266065"/>
              <a:gd name="connsiteX12" fmla="*/ 261620 w 452120"/>
              <a:gd name="connsiteY12" fmla="*/ 160020 h 266065"/>
              <a:gd name="connsiteX13" fmla="*/ 388620 w 452120"/>
              <a:gd name="connsiteY13" fmla="*/ 160020 h 266065"/>
              <a:gd name="connsiteX14" fmla="*/ 411480 w 452120"/>
              <a:gd name="connsiteY14" fmla="*/ 182880 h 266065"/>
              <a:gd name="connsiteX15" fmla="*/ 391160 w 452120"/>
              <a:gd name="connsiteY15" fmla="*/ 203200 h 266065"/>
              <a:gd name="connsiteX16" fmla="*/ 236220 w 452120"/>
              <a:gd name="connsiteY16" fmla="*/ 205105 h 266065"/>
              <a:gd name="connsiteX17" fmla="*/ 379095 w 452120"/>
              <a:gd name="connsiteY17" fmla="*/ 208915 h 266065"/>
              <a:gd name="connsiteX18" fmla="*/ 415925 w 452120"/>
              <a:gd name="connsiteY18" fmla="*/ 240030 h 266065"/>
              <a:gd name="connsiteX19" fmla="*/ 377190 w 452120"/>
              <a:gd name="connsiteY19" fmla="*/ 266065 h 266065"/>
              <a:gd name="connsiteX20" fmla="*/ 69215 w 452120"/>
              <a:gd name="connsiteY20" fmla="*/ 256540 h 266065"/>
              <a:gd name="connsiteX21" fmla="*/ 0 w 452120"/>
              <a:gd name="connsiteY21" fmla="*/ 200660 h 266065"/>
              <a:gd name="connsiteX22" fmla="*/ 0 w 452120"/>
              <a:gd name="connsiteY22" fmla="*/ 73660 h 266065"/>
              <a:gd name="connsiteX23" fmla="*/ 60960 w 452120"/>
              <a:gd name="connsiteY23" fmla="*/ 0 h 266065"/>
              <a:gd name="connsiteX0" fmla="*/ 60960 w 452120"/>
              <a:gd name="connsiteY0" fmla="*/ 0 h 266065"/>
              <a:gd name="connsiteX1" fmla="*/ 248920 w 452120"/>
              <a:gd name="connsiteY1" fmla="*/ 0 h 266065"/>
              <a:gd name="connsiteX2" fmla="*/ 279400 w 452120"/>
              <a:gd name="connsiteY2" fmla="*/ 30480 h 266065"/>
              <a:gd name="connsiteX3" fmla="*/ 261620 w 452120"/>
              <a:gd name="connsiteY3" fmla="*/ 48260 h 266065"/>
              <a:gd name="connsiteX4" fmla="*/ 170180 w 452120"/>
              <a:gd name="connsiteY4" fmla="*/ 48260 h 266065"/>
              <a:gd name="connsiteX5" fmla="*/ 436880 w 452120"/>
              <a:gd name="connsiteY5" fmla="*/ 48260 h 266065"/>
              <a:gd name="connsiteX6" fmla="*/ 452120 w 452120"/>
              <a:gd name="connsiteY6" fmla="*/ 63500 h 266065"/>
              <a:gd name="connsiteX7" fmla="*/ 452120 w 452120"/>
              <a:gd name="connsiteY7" fmla="*/ 99060 h 266065"/>
              <a:gd name="connsiteX8" fmla="*/ 248920 w 452120"/>
              <a:gd name="connsiteY8" fmla="*/ 99060 h 266065"/>
              <a:gd name="connsiteX9" fmla="*/ 401320 w 452120"/>
              <a:gd name="connsiteY9" fmla="*/ 99060 h 266065"/>
              <a:gd name="connsiteX10" fmla="*/ 429260 w 452120"/>
              <a:gd name="connsiteY10" fmla="*/ 127000 h 266065"/>
              <a:gd name="connsiteX11" fmla="*/ 429260 w 452120"/>
              <a:gd name="connsiteY11" fmla="*/ 160020 h 266065"/>
              <a:gd name="connsiteX12" fmla="*/ 261620 w 452120"/>
              <a:gd name="connsiteY12" fmla="*/ 160020 h 266065"/>
              <a:gd name="connsiteX13" fmla="*/ 388620 w 452120"/>
              <a:gd name="connsiteY13" fmla="*/ 160020 h 266065"/>
              <a:gd name="connsiteX14" fmla="*/ 411480 w 452120"/>
              <a:gd name="connsiteY14" fmla="*/ 182880 h 266065"/>
              <a:gd name="connsiteX15" fmla="*/ 391160 w 452120"/>
              <a:gd name="connsiteY15" fmla="*/ 203200 h 266065"/>
              <a:gd name="connsiteX16" fmla="*/ 236220 w 452120"/>
              <a:gd name="connsiteY16" fmla="*/ 205105 h 266065"/>
              <a:gd name="connsiteX17" fmla="*/ 373380 w 452120"/>
              <a:gd name="connsiteY17" fmla="*/ 208915 h 266065"/>
              <a:gd name="connsiteX18" fmla="*/ 415925 w 452120"/>
              <a:gd name="connsiteY18" fmla="*/ 240030 h 266065"/>
              <a:gd name="connsiteX19" fmla="*/ 377190 w 452120"/>
              <a:gd name="connsiteY19" fmla="*/ 266065 h 266065"/>
              <a:gd name="connsiteX20" fmla="*/ 69215 w 452120"/>
              <a:gd name="connsiteY20" fmla="*/ 256540 h 266065"/>
              <a:gd name="connsiteX21" fmla="*/ 0 w 452120"/>
              <a:gd name="connsiteY21" fmla="*/ 200660 h 266065"/>
              <a:gd name="connsiteX22" fmla="*/ 0 w 452120"/>
              <a:gd name="connsiteY22" fmla="*/ 73660 h 266065"/>
              <a:gd name="connsiteX23" fmla="*/ 60960 w 452120"/>
              <a:gd name="connsiteY23" fmla="*/ 0 h 26606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9400 w 452120"/>
              <a:gd name="connsiteY2" fmla="*/ 30480 h 258445"/>
              <a:gd name="connsiteX3" fmla="*/ 261620 w 452120"/>
              <a:gd name="connsiteY3" fmla="*/ 48260 h 258445"/>
              <a:gd name="connsiteX4" fmla="*/ 170180 w 452120"/>
              <a:gd name="connsiteY4" fmla="*/ 4826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52120 w 452120"/>
              <a:gd name="connsiteY7" fmla="*/ 99060 h 258445"/>
              <a:gd name="connsiteX8" fmla="*/ 248920 w 452120"/>
              <a:gd name="connsiteY8" fmla="*/ 99060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29260 w 452120"/>
              <a:gd name="connsiteY11" fmla="*/ 160020 h 258445"/>
              <a:gd name="connsiteX12" fmla="*/ 261620 w 452120"/>
              <a:gd name="connsiteY12" fmla="*/ 16002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15925 w 452120"/>
              <a:gd name="connsiteY18" fmla="*/ 24003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9400 w 452120"/>
              <a:gd name="connsiteY2" fmla="*/ 30480 h 258445"/>
              <a:gd name="connsiteX3" fmla="*/ 261620 w 452120"/>
              <a:gd name="connsiteY3" fmla="*/ 48260 h 258445"/>
              <a:gd name="connsiteX4" fmla="*/ 170180 w 452120"/>
              <a:gd name="connsiteY4" fmla="*/ 4826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52120 w 452120"/>
              <a:gd name="connsiteY7" fmla="*/ 99060 h 258445"/>
              <a:gd name="connsiteX8" fmla="*/ 248920 w 452120"/>
              <a:gd name="connsiteY8" fmla="*/ 99060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29260 w 452120"/>
              <a:gd name="connsiteY11" fmla="*/ 160020 h 258445"/>
              <a:gd name="connsiteX12" fmla="*/ 261620 w 452120"/>
              <a:gd name="connsiteY12" fmla="*/ 16002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9400 w 452120"/>
              <a:gd name="connsiteY2" fmla="*/ 30480 h 258445"/>
              <a:gd name="connsiteX3" fmla="*/ 261620 w 452120"/>
              <a:gd name="connsiteY3" fmla="*/ 48260 h 258445"/>
              <a:gd name="connsiteX4" fmla="*/ 170180 w 452120"/>
              <a:gd name="connsiteY4" fmla="*/ 4826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52120 w 452120"/>
              <a:gd name="connsiteY7" fmla="*/ 99060 h 258445"/>
              <a:gd name="connsiteX8" fmla="*/ 248920 w 452120"/>
              <a:gd name="connsiteY8" fmla="*/ 99060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29260 w 452120"/>
              <a:gd name="connsiteY11" fmla="*/ 160020 h 258445"/>
              <a:gd name="connsiteX12" fmla="*/ 227330 w 452120"/>
              <a:gd name="connsiteY12" fmla="*/ 15240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9400 w 452120"/>
              <a:gd name="connsiteY2" fmla="*/ 30480 h 258445"/>
              <a:gd name="connsiteX3" fmla="*/ 261620 w 452120"/>
              <a:gd name="connsiteY3" fmla="*/ 48260 h 258445"/>
              <a:gd name="connsiteX4" fmla="*/ 170180 w 452120"/>
              <a:gd name="connsiteY4" fmla="*/ 4826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52120 w 452120"/>
              <a:gd name="connsiteY7" fmla="*/ 99060 h 258445"/>
              <a:gd name="connsiteX8" fmla="*/ 248920 w 452120"/>
              <a:gd name="connsiteY8" fmla="*/ 99060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29260 w 452120"/>
              <a:gd name="connsiteY11" fmla="*/ 160020 h 258445"/>
              <a:gd name="connsiteX12" fmla="*/ 240665 w 452120"/>
              <a:gd name="connsiteY12" fmla="*/ 15621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9400 w 452120"/>
              <a:gd name="connsiteY2" fmla="*/ 30480 h 258445"/>
              <a:gd name="connsiteX3" fmla="*/ 261620 w 452120"/>
              <a:gd name="connsiteY3" fmla="*/ 48260 h 258445"/>
              <a:gd name="connsiteX4" fmla="*/ 170180 w 452120"/>
              <a:gd name="connsiteY4" fmla="*/ 4826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52120 w 452120"/>
              <a:gd name="connsiteY7" fmla="*/ 99060 h 258445"/>
              <a:gd name="connsiteX8" fmla="*/ 248920 w 452120"/>
              <a:gd name="connsiteY8" fmla="*/ 99060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25450 w 452120"/>
              <a:gd name="connsiteY11" fmla="*/ 154305 h 258445"/>
              <a:gd name="connsiteX12" fmla="*/ 240665 w 452120"/>
              <a:gd name="connsiteY12" fmla="*/ 15621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9400 w 452120"/>
              <a:gd name="connsiteY2" fmla="*/ 30480 h 258445"/>
              <a:gd name="connsiteX3" fmla="*/ 261620 w 452120"/>
              <a:gd name="connsiteY3" fmla="*/ 48260 h 258445"/>
              <a:gd name="connsiteX4" fmla="*/ 170180 w 452120"/>
              <a:gd name="connsiteY4" fmla="*/ 4826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52120 w 452120"/>
              <a:gd name="connsiteY7" fmla="*/ 99060 h 258445"/>
              <a:gd name="connsiteX8" fmla="*/ 248920 w 452120"/>
              <a:gd name="connsiteY8" fmla="*/ 99060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25450 w 452120"/>
              <a:gd name="connsiteY11" fmla="*/ 154305 h 258445"/>
              <a:gd name="connsiteX12" fmla="*/ 238760 w 452120"/>
              <a:gd name="connsiteY12" fmla="*/ 15621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9400 w 452120"/>
              <a:gd name="connsiteY2" fmla="*/ 30480 h 258445"/>
              <a:gd name="connsiteX3" fmla="*/ 261620 w 452120"/>
              <a:gd name="connsiteY3" fmla="*/ 48260 h 258445"/>
              <a:gd name="connsiteX4" fmla="*/ 170180 w 452120"/>
              <a:gd name="connsiteY4" fmla="*/ 4826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52120 w 452120"/>
              <a:gd name="connsiteY7" fmla="*/ 99060 h 258445"/>
              <a:gd name="connsiteX8" fmla="*/ 248920 w 452120"/>
              <a:gd name="connsiteY8" fmla="*/ 99060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25450 w 452120"/>
              <a:gd name="connsiteY11" fmla="*/ 154305 h 258445"/>
              <a:gd name="connsiteX12" fmla="*/ 238760 w 452120"/>
              <a:gd name="connsiteY12" fmla="*/ 15621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9400 w 452120"/>
              <a:gd name="connsiteY2" fmla="*/ 30480 h 258445"/>
              <a:gd name="connsiteX3" fmla="*/ 261620 w 452120"/>
              <a:gd name="connsiteY3" fmla="*/ 48260 h 258445"/>
              <a:gd name="connsiteX4" fmla="*/ 170180 w 452120"/>
              <a:gd name="connsiteY4" fmla="*/ 4826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52120 w 452120"/>
              <a:gd name="connsiteY7" fmla="*/ 99060 h 258445"/>
              <a:gd name="connsiteX8" fmla="*/ 248920 w 452120"/>
              <a:gd name="connsiteY8" fmla="*/ 99060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17830 w 452120"/>
              <a:gd name="connsiteY11" fmla="*/ 150495 h 258445"/>
              <a:gd name="connsiteX12" fmla="*/ 238760 w 452120"/>
              <a:gd name="connsiteY12" fmla="*/ 15621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9400 w 452120"/>
              <a:gd name="connsiteY2" fmla="*/ 30480 h 258445"/>
              <a:gd name="connsiteX3" fmla="*/ 261620 w 452120"/>
              <a:gd name="connsiteY3" fmla="*/ 48260 h 258445"/>
              <a:gd name="connsiteX4" fmla="*/ 170180 w 452120"/>
              <a:gd name="connsiteY4" fmla="*/ 4826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52120 w 452120"/>
              <a:gd name="connsiteY7" fmla="*/ 99060 h 258445"/>
              <a:gd name="connsiteX8" fmla="*/ 248920 w 452120"/>
              <a:gd name="connsiteY8" fmla="*/ 99060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17830 w 452120"/>
              <a:gd name="connsiteY11" fmla="*/ 150495 h 258445"/>
              <a:gd name="connsiteX12" fmla="*/ 231140 w 452120"/>
              <a:gd name="connsiteY12" fmla="*/ 15240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9400 w 452120"/>
              <a:gd name="connsiteY2" fmla="*/ 30480 h 258445"/>
              <a:gd name="connsiteX3" fmla="*/ 261620 w 452120"/>
              <a:gd name="connsiteY3" fmla="*/ 48260 h 258445"/>
              <a:gd name="connsiteX4" fmla="*/ 170180 w 452120"/>
              <a:gd name="connsiteY4" fmla="*/ 4826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46405 w 452120"/>
              <a:gd name="connsiteY7" fmla="*/ 93345 h 258445"/>
              <a:gd name="connsiteX8" fmla="*/ 248920 w 452120"/>
              <a:gd name="connsiteY8" fmla="*/ 99060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17830 w 452120"/>
              <a:gd name="connsiteY11" fmla="*/ 150495 h 258445"/>
              <a:gd name="connsiteX12" fmla="*/ 231140 w 452120"/>
              <a:gd name="connsiteY12" fmla="*/ 15240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9400 w 452120"/>
              <a:gd name="connsiteY2" fmla="*/ 30480 h 258445"/>
              <a:gd name="connsiteX3" fmla="*/ 261620 w 452120"/>
              <a:gd name="connsiteY3" fmla="*/ 48260 h 258445"/>
              <a:gd name="connsiteX4" fmla="*/ 170180 w 452120"/>
              <a:gd name="connsiteY4" fmla="*/ 4826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46405 w 452120"/>
              <a:gd name="connsiteY7" fmla="*/ 93345 h 258445"/>
              <a:gd name="connsiteX8" fmla="*/ 218440 w 452120"/>
              <a:gd name="connsiteY8" fmla="*/ 97155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17830 w 452120"/>
              <a:gd name="connsiteY11" fmla="*/ 150495 h 258445"/>
              <a:gd name="connsiteX12" fmla="*/ 231140 w 452120"/>
              <a:gd name="connsiteY12" fmla="*/ 15240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9400 w 452120"/>
              <a:gd name="connsiteY2" fmla="*/ 30480 h 258445"/>
              <a:gd name="connsiteX3" fmla="*/ 261620 w 452120"/>
              <a:gd name="connsiteY3" fmla="*/ 48260 h 258445"/>
              <a:gd name="connsiteX4" fmla="*/ 182379 w 452120"/>
              <a:gd name="connsiteY4" fmla="*/ 5070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46405 w 452120"/>
              <a:gd name="connsiteY7" fmla="*/ 93345 h 258445"/>
              <a:gd name="connsiteX8" fmla="*/ 218440 w 452120"/>
              <a:gd name="connsiteY8" fmla="*/ 97155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17830 w 452120"/>
              <a:gd name="connsiteY11" fmla="*/ 150495 h 258445"/>
              <a:gd name="connsiteX12" fmla="*/ 231140 w 452120"/>
              <a:gd name="connsiteY12" fmla="*/ 15240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9400 w 452120"/>
              <a:gd name="connsiteY2" fmla="*/ 30480 h 258445"/>
              <a:gd name="connsiteX3" fmla="*/ 261620 w 452120"/>
              <a:gd name="connsiteY3" fmla="*/ 48260 h 258445"/>
              <a:gd name="connsiteX4" fmla="*/ 182379 w 452120"/>
              <a:gd name="connsiteY4" fmla="*/ 5070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39086 w 452120"/>
              <a:gd name="connsiteY7" fmla="*/ 93345 h 258445"/>
              <a:gd name="connsiteX8" fmla="*/ 218440 w 452120"/>
              <a:gd name="connsiteY8" fmla="*/ 97155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17830 w 452120"/>
              <a:gd name="connsiteY11" fmla="*/ 150495 h 258445"/>
              <a:gd name="connsiteX12" fmla="*/ 231140 w 452120"/>
              <a:gd name="connsiteY12" fmla="*/ 15240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2081 w 452120"/>
              <a:gd name="connsiteY2" fmla="*/ 28040 h 258445"/>
              <a:gd name="connsiteX3" fmla="*/ 261620 w 452120"/>
              <a:gd name="connsiteY3" fmla="*/ 48260 h 258445"/>
              <a:gd name="connsiteX4" fmla="*/ 182379 w 452120"/>
              <a:gd name="connsiteY4" fmla="*/ 5070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39086 w 452120"/>
              <a:gd name="connsiteY7" fmla="*/ 93345 h 258445"/>
              <a:gd name="connsiteX8" fmla="*/ 218440 w 452120"/>
              <a:gd name="connsiteY8" fmla="*/ 97155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17830 w 452120"/>
              <a:gd name="connsiteY11" fmla="*/ 150495 h 258445"/>
              <a:gd name="connsiteX12" fmla="*/ 231140 w 452120"/>
              <a:gd name="connsiteY12" fmla="*/ 15240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2081 w 452120"/>
              <a:gd name="connsiteY2" fmla="*/ 28040 h 258445"/>
              <a:gd name="connsiteX3" fmla="*/ 261620 w 452120"/>
              <a:gd name="connsiteY3" fmla="*/ 48260 h 258445"/>
              <a:gd name="connsiteX4" fmla="*/ 223856 w 452120"/>
              <a:gd name="connsiteY4" fmla="*/ 5070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39086 w 452120"/>
              <a:gd name="connsiteY7" fmla="*/ 93345 h 258445"/>
              <a:gd name="connsiteX8" fmla="*/ 218440 w 452120"/>
              <a:gd name="connsiteY8" fmla="*/ 97155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17830 w 452120"/>
              <a:gd name="connsiteY11" fmla="*/ 150495 h 258445"/>
              <a:gd name="connsiteX12" fmla="*/ 231140 w 452120"/>
              <a:gd name="connsiteY12" fmla="*/ 15240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2081 w 452120"/>
              <a:gd name="connsiteY2" fmla="*/ 28040 h 258445"/>
              <a:gd name="connsiteX3" fmla="*/ 261620 w 452120"/>
              <a:gd name="connsiteY3" fmla="*/ 48260 h 258445"/>
              <a:gd name="connsiteX4" fmla="*/ 245815 w 452120"/>
              <a:gd name="connsiteY4" fmla="*/ 4826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39086 w 452120"/>
              <a:gd name="connsiteY7" fmla="*/ 93345 h 258445"/>
              <a:gd name="connsiteX8" fmla="*/ 218440 w 452120"/>
              <a:gd name="connsiteY8" fmla="*/ 97155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17830 w 452120"/>
              <a:gd name="connsiteY11" fmla="*/ 150495 h 258445"/>
              <a:gd name="connsiteX12" fmla="*/ 231140 w 452120"/>
              <a:gd name="connsiteY12" fmla="*/ 15240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  <a:gd name="connsiteX0" fmla="*/ 60960 w 452120"/>
              <a:gd name="connsiteY0" fmla="*/ 0 h 258445"/>
              <a:gd name="connsiteX1" fmla="*/ 248920 w 452120"/>
              <a:gd name="connsiteY1" fmla="*/ 0 h 258445"/>
              <a:gd name="connsiteX2" fmla="*/ 272081 w 452120"/>
              <a:gd name="connsiteY2" fmla="*/ 28040 h 258445"/>
              <a:gd name="connsiteX3" fmla="*/ 261620 w 452120"/>
              <a:gd name="connsiteY3" fmla="*/ 48260 h 258445"/>
              <a:gd name="connsiteX4" fmla="*/ 256224 w 452120"/>
              <a:gd name="connsiteY4" fmla="*/ 48260 h 258445"/>
              <a:gd name="connsiteX5" fmla="*/ 436880 w 452120"/>
              <a:gd name="connsiteY5" fmla="*/ 48260 h 258445"/>
              <a:gd name="connsiteX6" fmla="*/ 452120 w 452120"/>
              <a:gd name="connsiteY6" fmla="*/ 63500 h 258445"/>
              <a:gd name="connsiteX7" fmla="*/ 439086 w 452120"/>
              <a:gd name="connsiteY7" fmla="*/ 93345 h 258445"/>
              <a:gd name="connsiteX8" fmla="*/ 218440 w 452120"/>
              <a:gd name="connsiteY8" fmla="*/ 97155 h 258445"/>
              <a:gd name="connsiteX9" fmla="*/ 401320 w 452120"/>
              <a:gd name="connsiteY9" fmla="*/ 99060 h 258445"/>
              <a:gd name="connsiteX10" fmla="*/ 429260 w 452120"/>
              <a:gd name="connsiteY10" fmla="*/ 127000 h 258445"/>
              <a:gd name="connsiteX11" fmla="*/ 417830 w 452120"/>
              <a:gd name="connsiteY11" fmla="*/ 150495 h 258445"/>
              <a:gd name="connsiteX12" fmla="*/ 231140 w 452120"/>
              <a:gd name="connsiteY12" fmla="*/ 152400 h 258445"/>
              <a:gd name="connsiteX13" fmla="*/ 388620 w 452120"/>
              <a:gd name="connsiteY13" fmla="*/ 160020 h 258445"/>
              <a:gd name="connsiteX14" fmla="*/ 411480 w 452120"/>
              <a:gd name="connsiteY14" fmla="*/ 182880 h 258445"/>
              <a:gd name="connsiteX15" fmla="*/ 391160 w 452120"/>
              <a:gd name="connsiteY15" fmla="*/ 203200 h 258445"/>
              <a:gd name="connsiteX16" fmla="*/ 236220 w 452120"/>
              <a:gd name="connsiteY16" fmla="*/ 205105 h 258445"/>
              <a:gd name="connsiteX17" fmla="*/ 373380 w 452120"/>
              <a:gd name="connsiteY17" fmla="*/ 208915 h 258445"/>
              <a:gd name="connsiteX18" fmla="*/ 402590 w 452120"/>
              <a:gd name="connsiteY18" fmla="*/ 236220 h 258445"/>
              <a:gd name="connsiteX19" fmla="*/ 377190 w 452120"/>
              <a:gd name="connsiteY19" fmla="*/ 258445 h 258445"/>
              <a:gd name="connsiteX20" fmla="*/ 69215 w 452120"/>
              <a:gd name="connsiteY20" fmla="*/ 256540 h 258445"/>
              <a:gd name="connsiteX21" fmla="*/ 0 w 452120"/>
              <a:gd name="connsiteY21" fmla="*/ 200660 h 258445"/>
              <a:gd name="connsiteX22" fmla="*/ 0 w 452120"/>
              <a:gd name="connsiteY22" fmla="*/ 73660 h 258445"/>
              <a:gd name="connsiteX23" fmla="*/ 60960 w 452120"/>
              <a:gd name="connsiteY23" fmla="*/ 0 h 258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52120" h="258445">
                <a:moveTo>
                  <a:pt x="60960" y="0"/>
                </a:moveTo>
                <a:lnTo>
                  <a:pt x="248920" y="0"/>
                </a:lnTo>
                <a:lnTo>
                  <a:pt x="272081" y="28040"/>
                </a:lnTo>
                <a:lnTo>
                  <a:pt x="261620" y="48260"/>
                </a:lnTo>
                <a:lnTo>
                  <a:pt x="256224" y="48260"/>
                </a:lnTo>
                <a:lnTo>
                  <a:pt x="436880" y="48260"/>
                </a:lnTo>
                <a:lnTo>
                  <a:pt x="452120" y="63500"/>
                </a:lnTo>
                <a:lnTo>
                  <a:pt x="439086" y="93345"/>
                </a:lnTo>
                <a:lnTo>
                  <a:pt x="218440" y="97155"/>
                </a:lnTo>
                <a:cubicBezTo>
                  <a:pt x="212146" y="98107"/>
                  <a:pt x="350520" y="99060"/>
                  <a:pt x="401320" y="99060"/>
                </a:cubicBezTo>
                <a:lnTo>
                  <a:pt x="429260" y="127000"/>
                </a:lnTo>
                <a:lnTo>
                  <a:pt x="417830" y="150495"/>
                </a:lnTo>
                <a:lnTo>
                  <a:pt x="231140" y="152400"/>
                </a:lnTo>
                <a:cubicBezTo>
                  <a:pt x="226272" y="153987"/>
                  <a:pt x="339302" y="158750"/>
                  <a:pt x="388620" y="160020"/>
                </a:cubicBezTo>
                <a:lnTo>
                  <a:pt x="411480" y="182880"/>
                </a:lnTo>
                <a:lnTo>
                  <a:pt x="391160" y="203200"/>
                </a:lnTo>
                <a:lnTo>
                  <a:pt x="236220" y="205105"/>
                </a:lnTo>
                <a:cubicBezTo>
                  <a:pt x="233257" y="206058"/>
                  <a:pt x="335915" y="207010"/>
                  <a:pt x="373380" y="208915"/>
                </a:cubicBezTo>
                <a:cubicBezTo>
                  <a:pt x="385022" y="221192"/>
                  <a:pt x="401955" y="227965"/>
                  <a:pt x="402590" y="236220"/>
                </a:cubicBezTo>
                <a:cubicBezTo>
                  <a:pt x="403225" y="244475"/>
                  <a:pt x="388832" y="253577"/>
                  <a:pt x="377190" y="258445"/>
                </a:cubicBezTo>
                <a:lnTo>
                  <a:pt x="69215" y="256540"/>
                </a:lnTo>
                <a:lnTo>
                  <a:pt x="0" y="200660"/>
                </a:lnTo>
                <a:lnTo>
                  <a:pt x="0" y="73660"/>
                </a:lnTo>
                <a:lnTo>
                  <a:pt x="6096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9" name="Group 28"/>
          <p:cNvGrpSpPr/>
          <p:nvPr/>
        </p:nvGrpSpPr>
        <p:grpSpPr>
          <a:xfrm>
            <a:off x="4482217" y="4914270"/>
            <a:ext cx="134144" cy="122823"/>
            <a:chOff x="5433361" y="593077"/>
            <a:chExt cx="521248" cy="477258"/>
          </a:xfrm>
        </p:grpSpPr>
        <p:grpSp>
          <p:nvGrpSpPr>
            <p:cNvPr id="240" name="Group 239"/>
            <p:cNvGrpSpPr/>
            <p:nvPr/>
          </p:nvGrpSpPr>
          <p:grpSpPr>
            <a:xfrm>
              <a:off x="5433361" y="593077"/>
              <a:ext cx="366799" cy="430637"/>
              <a:chOff x="5547769" y="652163"/>
              <a:chExt cx="366799" cy="430637"/>
            </a:xfrm>
          </p:grpSpPr>
          <p:sp>
            <p:nvSpPr>
              <p:cNvPr id="246" name="Freeform 245"/>
              <p:cNvSpPr/>
              <p:nvPr/>
            </p:nvSpPr>
            <p:spPr>
              <a:xfrm rot="251589">
                <a:off x="5798964" y="698262"/>
                <a:ext cx="115604" cy="68798"/>
              </a:xfrm>
              <a:custGeom>
                <a:avLst/>
                <a:gdLst>
                  <a:gd name="connsiteX0" fmla="*/ 0 w 82139"/>
                  <a:gd name="connsiteY0" fmla="*/ 22282 h 81337"/>
                  <a:gd name="connsiteX1" fmla="*/ 80010 w 82139"/>
                  <a:gd name="connsiteY1" fmla="*/ 3232 h 81337"/>
                  <a:gd name="connsiteX2" fmla="*/ 57150 w 82139"/>
                  <a:gd name="connsiteY2" fmla="*/ 81337 h 81337"/>
                  <a:gd name="connsiteX0" fmla="*/ 0 w 73735"/>
                  <a:gd name="connsiteY0" fmla="*/ 13986 h 73041"/>
                  <a:gd name="connsiteX1" fmla="*/ 70771 w 73735"/>
                  <a:gd name="connsiteY1" fmla="*/ 5427 h 73041"/>
                  <a:gd name="connsiteX2" fmla="*/ 57150 w 73735"/>
                  <a:gd name="connsiteY2" fmla="*/ 73041 h 73041"/>
                  <a:gd name="connsiteX0" fmla="*/ 0 w 73735"/>
                  <a:gd name="connsiteY0" fmla="*/ 9734 h 68789"/>
                  <a:gd name="connsiteX1" fmla="*/ 70771 w 73735"/>
                  <a:gd name="connsiteY1" fmla="*/ 8519 h 68789"/>
                  <a:gd name="connsiteX2" fmla="*/ 57150 w 73735"/>
                  <a:gd name="connsiteY2" fmla="*/ 68789 h 68789"/>
                  <a:gd name="connsiteX0" fmla="*/ 0 w 70236"/>
                  <a:gd name="connsiteY0" fmla="*/ 10780 h 69835"/>
                  <a:gd name="connsiteX1" fmla="*/ 66665 w 70236"/>
                  <a:gd name="connsiteY1" fmla="*/ 7467 h 69835"/>
                  <a:gd name="connsiteX2" fmla="*/ 57150 w 70236"/>
                  <a:gd name="connsiteY2" fmla="*/ 69835 h 69835"/>
                  <a:gd name="connsiteX0" fmla="*/ 0 w 72438"/>
                  <a:gd name="connsiteY0" fmla="*/ 8993 h 39098"/>
                  <a:gd name="connsiteX1" fmla="*/ 66665 w 72438"/>
                  <a:gd name="connsiteY1" fmla="*/ 5680 h 39098"/>
                  <a:gd name="connsiteX2" fmla="*/ 63993 w 72438"/>
                  <a:gd name="connsiteY2" fmla="*/ 39098 h 39098"/>
                  <a:gd name="connsiteX0" fmla="*/ 0 w 72370"/>
                  <a:gd name="connsiteY0" fmla="*/ 8872 h 36878"/>
                  <a:gd name="connsiteX1" fmla="*/ 66665 w 72370"/>
                  <a:gd name="connsiteY1" fmla="*/ 5559 h 36878"/>
                  <a:gd name="connsiteX2" fmla="*/ 63826 w 72370"/>
                  <a:gd name="connsiteY2" fmla="*/ 36878 h 36878"/>
                  <a:gd name="connsiteX0" fmla="*/ 0 w 67412"/>
                  <a:gd name="connsiteY0" fmla="*/ 11282 h 39288"/>
                  <a:gd name="connsiteX1" fmla="*/ 56020 w 67412"/>
                  <a:gd name="connsiteY1" fmla="*/ 3414 h 39288"/>
                  <a:gd name="connsiteX2" fmla="*/ 63826 w 67412"/>
                  <a:gd name="connsiteY2" fmla="*/ 39288 h 39288"/>
                  <a:gd name="connsiteX0" fmla="*/ 0 w 69155"/>
                  <a:gd name="connsiteY0" fmla="*/ 11198 h 38001"/>
                  <a:gd name="connsiteX1" fmla="*/ 56020 w 69155"/>
                  <a:gd name="connsiteY1" fmla="*/ 3330 h 38001"/>
                  <a:gd name="connsiteX2" fmla="*/ 66015 w 69155"/>
                  <a:gd name="connsiteY2" fmla="*/ 38001 h 3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155" h="38001">
                    <a:moveTo>
                      <a:pt x="0" y="11198"/>
                    </a:moveTo>
                    <a:cubicBezTo>
                      <a:pt x="35242" y="-3248"/>
                      <a:pt x="45018" y="-1137"/>
                      <a:pt x="56020" y="3330"/>
                    </a:cubicBezTo>
                    <a:cubicBezTo>
                      <a:pt x="67022" y="7797"/>
                      <a:pt x="73317" y="21174"/>
                      <a:pt x="66015" y="38001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48" name="Freeform 247"/>
              <p:cNvSpPr/>
              <p:nvPr/>
            </p:nvSpPr>
            <p:spPr>
              <a:xfrm rot="9000000">
                <a:off x="5641685" y="957062"/>
                <a:ext cx="92900" cy="125738"/>
              </a:xfrm>
              <a:custGeom>
                <a:avLst/>
                <a:gdLst>
                  <a:gd name="connsiteX0" fmla="*/ 0 w 82139"/>
                  <a:gd name="connsiteY0" fmla="*/ 22282 h 81337"/>
                  <a:gd name="connsiteX1" fmla="*/ 80010 w 82139"/>
                  <a:gd name="connsiteY1" fmla="*/ 3232 h 81337"/>
                  <a:gd name="connsiteX2" fmla="*/ 57150 w 82139"/>
                  <a:gd name="connsiteY2" fmla="*/ 81337 h 81337"/>
                  <a:gd name="connsiteX0" fmla="*/ 0 w 73022"/>
                  <a:gd name="connsiteY0" fmla="*/ 13129 h 72184"/>
                  <a:gd name="connsiteX1" fmla="*/ 69954 w 73022"/>
                  <a:gd name="connsiteY1" fmla="*/ 5851 h 72184"/>
                  <a:gd name="connsiteX2" fmla="*/ 57150 w 73022"/>
                  <a:gd name="connsiteY2" fmla="*/ 72184 h 72184"/>
                  <a:gd name="connsiteX0" fmla="*/ 0 w 54841"/>
                  <a:gd name="connsiteY0" fmla="*/ 9637 h 75887"/>
                  <a:gd name="connsiteX1" fmla="*/ 52905 w 54841"/>
                  <a:gd name="connsiteY1" fmla="*/ 9554 h 75887"/>
                  <a:gd name="connsiteX2" fmla="*/ 40101 w 54841"/>
                  <a:gd name="connsiteY2" fmla="*/ 75887 h 75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4841" h="75887">
                    <a:moveTo>
                      <a:pt x="0" y="9637"/>
                    </a:moveTo>
                    <a:cubicBezTo>
                      <a:pt x="35242" y="-4809"/>
                      <a:pt x="46222" y="-1488"/>
                      <a:pt x="52905" y="9554"/>
                    </a:cubicBezTo>
                    <a:cubicBezTo>
                      <a:pt x="59588" y="20596"/>
                      <a:pt x="47403" y="59060"/>
                      <a:pt x="40101" y="75887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49" name="Freeform 248"/>
              <p:cNvSpPr/>
              <p:nvPr/>
            </p:nvSpPr>
            <p:spPr>
              <a:xfrm rot="12097172">
                <a:off x="5547769" y="872110"/>
                <a:ext cx="105018" cy="104968"/>
              </a:xfrm>
              <a:custGeom>
                <a:avLst/>
                <a:gdLst>
                  <a:gd name="connsiteX0" fmla="*/ 0 w 82139"/>
                  <a:gd name="connsiteY0" fmla="*/ 22282 h 81337"/>
                  <a:gd name="connsiteX1" fmla="*/ 80010 w 82139"/>
                  <a:gd name="connsiteY1" fmla="*/ 3232 h 81337"/>
                  <a:gd name="connsiteX2" fmla="*/ 57150 w 82139"/>
                  <a:gd name="connsiteY2" fmla="*/ 81337 h 81337"/>
                  <a:gd name="connsiteX0" fmla="*/ 0 w 66053"/>
                  <a:gd name="connsiteY0" fmla="*/ 10859 h 69914"/>
                  <a:gd name="connsiteX1" fmla="*/ 61228 w 66053"/>
                  <a:gd name="connsiteY1" fmla="*/ 7400 h 69914"/>
                  <a:gd name="connsiteX2" fmla="*/ 57150 w 66053"/>
                  <a:gd name="connsiteY2" fmla="*/ 69914 h 69914"/>
                  <a:gd name="connsiteX0" fmla="*/ 0 w 70187"/>
                  <a:gd name="connsiteY0" fmla="*/ 12670 h 71725"/>
                  <a:gd name="connsiteX1" fmla="*/ 66606 w 70187"/>
                  <a:gd name="connsiteY1" fmla="*/ 6107 h 71725"/>
                  <a:gd name="connsiteX2" fmla="*/ 57150 w 70187"/>
                  <a:gd name="connsiteY2" fmla="*/ 71725 h 7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0187" h="71725">
                    <a:moveTo>
                      <a:pt x="0" y="12670"/>
                    </a:moveTo>
                    <a:cubicBezTo>
                      <a:pt x="35242" y="-1776"/>
                      <a:pt x="57081" y="-3735"/>
                      <a:pt x="66606" y="6107"/>
                    </a:cubicBezTo>
                    <a:cubicBezTo>
                      <a:pt x="76131" y="15949"/>
                      <a:pt x="64452" y="54898"/>
                      <a:pt x="57150" y="71725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50" name="Freeform 249"/>
              <p:cNvSpPr/>
              <p:nvPr/>
            </p:nvSpPr>
            <p:spPr>
              <a:xfrm rot="15300000">
                <a:off x="5548838" y="736386"/>
                <a:ext cx="120673" cy="119109"/>
              </a:xfrm>
              <a:custGeom>
                <a:avLst/>
                <a:gdLst>
                  <a:gd name="connsiteX0" fmla="*/ 0 w 82139"/>
                  <a:gd name="connsiteY0" fmla="*/ 22282 h 81337"/>
                  <a:gd name="connsiteX1" fmla="*/ 80010 w 82139"/>
                  <a:gd name="connsiteY1" fmla="*/ 3232 h 81337"/>
                  <a:gd name="connsiteX2" fmla="*/ 57150 w 82139"/>
                  <a:gd name="connsiteY2" fmla="*/ 81337 h 81337"/>
                  <a:gd name="connsiteX0" fmla="*/ 0 w 74529"/>
                  <a:gd name="connsiteY0" fmla="*/ 12944 h 71999"/>
                  <a:gd name="connsiteX1" fmla="*/ 71673 w 74529"/>
                  <a:gd name="connsiteY1" fmla="*/ 5952 h 71999"/>
                  <a:gd name="connsiteX2" fmla="*/ 57150 w 74529"/>
                  <a:gd name="connsiteY2" fmla="*/ 71999 h 7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529" h="71999">
                    <a:moveTo>
                      <a:pt x="0" y="12944"/>
                    </a:moveTo>
                    <a:cubicBezTo>
                      <a:pt x="35242" y="-1502"/>
                      <a:pt x="62148" y="-3890"/>
                      <a:pt x="71673" y="5952"/>
                    </a:cubicBezTo>
                    <a:cubicBezTo>
                      <a:pt x="81198" y="15794"/>
                      <a:pt x="64452" y="55172"/>
                      <a:pt x="57150" y="71999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51" name="Freeform 250"/>
              <p:cNvSpPr/>
              <p:nvPr/>
            </p:nvSpPr>
            <p:spPr>
              <a:xfrm rot="18143177">
                <a:off x="5661188" y="651567"/>
                <a:ext cx="125777" cy="126970"/>
              </a:xfrm>
              <a:custGeom>
                <a:avLst/>
                <a:gdLst>
                  <a:gd name="connsiteX0" fmla="*/ 0 w 82139"/>
                  <a:gd name="connsiteY0" fmla="*/ 22282 h 81337"/>
                  <a:gd name="connsiteX1" fmla="*/ 80010 w 82139"/>
                  <a:gd name="connsiteY1" fmla="*/ 3232 h 81337"/>
                  <a:gd name="connsiteX2" fmla="*/ 57150 w 82139"/>
                  <a:gd name="connsiteY2" fmla="*/ 81337 h 81337"/>
                  <a:gd name="connsiteX0" fmla="*/ 0 w 71337"/>
                  <a:gd name="connsiteY0" fmla="*/ 14571 h 73626"/>
                  <a:gd name="connsiteX1" fmla="*/ 67985 w 71337"/>
                  <a:gd name="connsiteY1" fmla="*/ 5171 h 73626"/>
                  <a:gd name="connsiteX2" fmla="*/ 57150 w 71337"/>
                  <a:gd name="connsiteY2" fmla="*/ 73626 h 73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337" h="73626">
                    <a:moveTo>
                      <a:pt x="0" y="14571"/>
                    </a:moveTo>
                    <a:cubicBezTo>
                      <a:pt x="35242" y="125"/>
                      <a:pt x="58460" y="-4671"/>
                      <a:pt x="67985" y="5171"/>
                    </a:cubicBezTo>
                    <a:cubicBezTo>
                      <a:pt x="77510" y="15013"/>
                      <a:pt x="64452" y="56799"/>
                      <a:pt x="57150" y="73626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5547769" y="652163"/>
              <a:ext cx="406840" cy="418172"/>
              <a:chOff x="5547769" y="652163"/>
              <a:chExt cx="406840" cy="418172"/>
            </a:xfrm>
            <a:solidFill>
              <a:schemeClr val="bg1"/>
            </a:solidFill>
          </p:grpSpPr>
          <p:sp>
            <p:nvSpPr>
              <p:cNvPr id="20" name="Oval 19"/>
              <p:cNvSpPr/>
              <p:nvPr/>
            </p:nvSpPr>
            <p:spPr>
              <a:xfrm>
                <a:off x="5666856" y="782047"/>
                <a:ext cx="157218" cy="153827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4" name="Freeform 23"/>
              <p:cNvSpPr/>
              <p:nvPr/>
            </p:nvSpPr>
            <p:spPr>
              <a:xfrm rot="251589">
                <a:off x="5796798" y="699006"/>
                <a:ext cx="117411" cy="126431"/>
              </a:xfrm>
              <a:custGeom>
                <a:avLst/>
                <a:gdLst>
                  <a:gd name="connsiteX0" fmla="*/ 0 w 82139"/>
                  <a:gd name="connsiteY0" fmla="*/ 22282 h 81337"/>
                  <a:gd name="connsiteX1" fmla="*/ 80010 w 82139"/>
                  <a:gd name="connsiteY1" fmla="*/ 3232 h 81337"/>
                  <a:gd name="connsiteX2" fmla="*/ 57150 w 82139"/>
                  <a:gd name="connsiteY2" fmla="*/ 81337 h 81337"/>
                  <a:gd name="connsiteX0" fmla="*/ 0 w 73735"/>
                  <a:gd name="connsiteY0" fmla="*/ 13986 h 73041"/>
                  <a:gd name="connsiteX1" fmla="*/ 70771 w 73735"/>
                  <a:gd name="connsiteY1" fmla="*/ 5427 h 73041"/>
                  <a:gd name="connsiteX2" fmla="*/ 57150 w 73735"/>
                  <a:gd name="connsiteY2" fmla="*/ 73041 h 73041"/>
                  <a:gd name="connsiteX0" fmla="*/ 0 w 73735"/>
                  <a:gd name="connsiteY0" fmla="*/ 9734 h 68789"/>
                  <a:gd name="connsiteX1" fmla="*/ 70771 w 73735"/>
                  <a:gd name="connsiteY1" fmla="*/ 8519 h 68789"/>
                  <a:gd name="connsiteX2" fmla="*/ 57150 w 73735"/>
                  <a:gd name="connsiteY2" fmla="*/ 68789 h 68789"/>
                  <a:gd name="connsiteX0" fmla="*/ 0 w 70236"/>
                  <a:gd name="connsiteY0" fmla="*/ 10780 h 69835"/>
                  <a:gd name="connsiteX1" fmla="*/ 66665 w 70236"/>
                  <a:gd name="connsiteY1" fmla="*/ 7467 h 69835"/>
                  <a:gd name="connsiteX2" fmla="*/ 57150 w 70236"/>
                  <a:gd name="connsiteY2" fmla="*/ 69835 h 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0236" h="69835">
                    <a:moveTo>
                      <a:pt x="0" y="10780"/>
                    </a:moveTo>
                    <a:cubicBezTo>
                      <a:pt x="35242" y="-3666"/>
                      <a:pt x="57140" y="-2375"/>
                      <a:pt x="66665" y="7467"/>
                    </a:cubicBezTo>
                    <a:cubicBezTo>
                      <a:pt x="76190" y="17309"/>
                      <a:pt x="64452" y="53008"/>
                      <a:pt x="57150" y="69835"/>
                    </a:cubicBezTo>
                  </a:path>
                </a:pathLst>
              </a:custGeom>
              <a:grp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32" name="Freeform 231"/>
              <p:cNvSpPr/>
              <p:nvPr/>
            </p:nvSpPr>
            <p:spPr>
              <a:xfrm rot="6360380">
                <a:off x="5780448" y="941467"/>
                <a:ext cx="105883" cy="110737"/>
              </a:xfrm>
              <a:custGeom>
                <a:avLst/>
                <a:gdLst>
                  <a:gd name="connsiteX0" fmla="*/ 0 w 82139"/>
                  <a:gd name="connsiteY0" fmla="*/ 22282 h 81337"/>
                  <a:gd name="connsiteX1" fmla="*/ 80010 w 82139"/>
                  <a:gd name="connsiteY1" fmla="*/ 3232 h 81337"/>
                  <a:gd name="connsiteX2" fmla="*/ 57150 w 82139"/>
                  <a:gd name="connsiteY2" fmla="*/ 81337 h 81337"/>
                  <a:gd name="connsiteX0" fmla="*/ 0 w 70446"/>
                  <a:gd name="connsiteY0" fmla="*/ 13032 h 72087"/>
                  <a:gd name="connsiteX1" fmla="*/ 66920 w 70446"/>
                  <a:gd name="connsiteY1" fmla="*/ 5903 h 72087"/>
                  <a:gd name="connsiteX2" fmla="*/ 57150 w 70446"/>
                  <a:gd name="connsiteY2" fmla="*/ 72087 h 72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0446" h="72087">
                    <a:moveTo>
                      <a:pt x="0" y="13032"/>
                    </a:moveTo>
                    <a:cubicBezTo>
                      <a:pt x="35242" y="-1414"/>
                      <a:pt x="57395" y="-3939"/>
                      <a:pt x="66920" y="5903"/>
                    </a:cubicBezTo>
                    <a:cubicBezTo>
                      <a:pt x="76445" y="15745"/>
                      <a:pt x="64452" y="55260"/>
                      <a:pt x="57150" y="72087"/>
                    </a:cubicBezTo>
                  </a:path>
                </a:pathLst>
              </a:custGeom>
              <a:grp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33" name="Freeform 232"/>
              <p:cNvSpPr/>
              <p:nvPr/>
            </p:nvSpPr>
            <p:spPr>
              <a:xfrm rot="9000000">
                <a:off x="5636426" y="950733"/>
                <a:ext cx="123699" cy="119602"/>
              </a:xfrm>
              <a:custGeom>
                <a:avLst/>
                <a:gdLst>
                  <a:gd name="connsiteX0" fmla="*/ 0 w 82139"/>
                  <a:gd name="connsiteY0" fmla="*/ 22282 h 81337"/>
                  <a:gd name="connsiteX1" fmla="*/ 80010 w 82139"/>
                  <a:gd name="connsiteY1" fmla="*/ 3232 h 81337"/>
                  <a:gd name="connsiteX2" fmla="*/ 57150 w 82139"/>
                  <a:gd name="connsiteY2" fmla="*/ 81337 h 81337"/>
                  <a:gd name="connsiteX0" fmla="*/ 0 w 73022"/>
                  <a:gd name="connsiteY0" fmla="*/ 13129 h 72184"/>
                  <a:gd name="connsiteX1" fmla="*/ 69954 w 73022"/>
                  <a:gd name="connsiteY1" fmla="*/ 5851 h 72184"/>
                  <a:gd name="connsiteX2" fmla="*/ 57150 w 73022"/>
                  <a:gd name="connsiteY2" fmla="*/ 72184 h 72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3022" h="72184">
                    <a:moveTo>
                      <a:pt x="0" y="13129"/>
                    </a:moveTo>
                    <a:cubicBezTo>
                      <a:pt x="35242" y="-1317"/>
                      <a:pt x="60429" y="-3991"/>
                      <a:pt x="69954" y="5851"/>
                    </a:cubicBezTo>
                    <a:cubicBezTo>
                      <a:pt x="79479" y="15693"/>
                      <a:pt x="64452" y="55357"/>
                      <a:pt x="57150" y="72184"/>
                    </a:cubicBezTo>
                  </a:path>
                </a:pathLst>
              </a:custGeom>
              <a:grp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34" name="Freeform 233"/>
              <p:cNvSpPr/>
              <p:nvPr/>
            </p:nvSpPr>
            <p:spPr>
              <a:xfrm rot="12097172">
                <a:off x="5547769" y="872110"/>
                <a:ext cx="105018" cy="104968"/>
              </a:xfrm>
              <a:custGeom>
                <a:avLst/>
                <a:gdLst>
                  <a:gd name="connsiteX0" fmla="*/ 0 w 82139"/>
                  <a:gd name="connsiteY0" fmla="*/ 22282 h 81337"/>
                  <a:gd name="connsiteX1" fmla="*/ 80010 w 82139"/>
                  <a:gd name="connsiteY1" fmla="*/ 3232 h 81337"/>
                  <a:gd name="connsiteX2" fmla="*/ 57150 w 82139"/>
                  <a:gd name="connsiteY2" fmla="*/ 81337 h 81337"/>
                  <a:gd name="connsiteX0" fmla="*/ 0 w 66053"/>
                  <a:gd name="connsiteY0" fmla="*/ 10859 h 69914"/>
                  <a:gd name="connsiteX1" fmla="*/ 61228 w 66053"/>
                  <a:gd name="connsiteY1" fmla="*/ 7400 h 69914"/>
                  <a:gd name="connsiteX2" fmla="*/ 57150 w 66053"/>
                  <a:gd name="connsiteY2" fmla="*/ 69914 h 69914"/>
                  <a:gd name="connsiteX0" fmla="*/ 0 w 70187"/>
                  <a:gd name="connsiteY0" fmla="*/ 12670 h 71725"/>
                  <a:gd name="connsiteX1" fmla="*/ 66606 w 70187"/>
                  <a:gd name="connsiteY1" fmla="*/ 6107 h 71725"/>
                  <a:gd name="connsiteX2" fmla="*/ 57150 w 70187"/>
                  <a:gd name="connsiteY2" fmla="*/ 71725 h 7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0187" h="71725">
                    <a:moveTo>
                      <a:pt x="0" y="12670"/>
                    </a:moveTo>
                    <a:cubicBezTo>
                      <a:pt x="35242" y="-1776"/>
                      <a:pt x="57081" y="-3735"/>
                      <a:pt x="66606" y="6107"/>
                    </a:cubicBezTo>
                    <a:cubicBezTo>
                      <a:pt x="76131" y="15949"/>
                      <a:pt x="64452" y="54898"/>
                      <a:pt x="57150" y="71725"/>
                    </a:cubicBezTo>
                  </a:path>
                </a:pathLst>
              </a:custGeom>
              <a:grp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35" name="Freeform 234"/>
              <p:cNvSpPr/>
              <p:nvPr/>
            </p:nvSpPr>
            <p:spPr>
              <a:xfrm rot="15300000">
                <a:off x="5548838" y="736386"/>
                <a:ext cx="120673" cy="119109"/>
              </a:xfrm>
              <a:custGeom>
                <a:avLst/>
                <a:gdLst>
                  <a:gd name="connsiteX0" fmla="*/ 0 w 82139"/>
                  <a:gd name="connsiteY0" fmla="*/ 22282 h 81337"/>
                  <a:gd name="connsiteX1" fmla="*/ 80010 w 82139"/>
                  <a:gd name="connsiteY1" fmla="*/ 3232 h 81337"/>
                  <a:gd name="connsiteX2" fmla="*/ 57150 w 82139"/>
                  <a:gd name="connsiteY2" fmla="*/ 81337 h 81337"/>
                  <a:gd name="connsiteX0" fmla="*/ 0 w 74529"/>
                  <a:gd name="connsiteY0" fmla="*/ 12944 h 71999"/>
                  <a:gd name="connsiteX1" fmla="*/ 71673 w 74529"/>
                  <a:gd name="connsiteY1" fmla="*/ 5952 h 71999"/>
                  <a:gd name="connsiteX2" fmla="*/ 57150 w 74529"/>
                  <a:gd name="connsiteY2" fmla="*/ 71999 h 7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529" h="71999">
                    <a:moveTo>
                      <a:pt x="0" y="12944"/>
                    </a:moveTo>
                    <a:cubicBezTo>
                      <a:pt x="35242" y="-1502"/>
                      <a:pt x="62148" y="-3890"/>
                      <a:pt x="71673" y="5952"/>
                    </a:cubicBezTo>
                    <a:cubicBezTo>
                      <a:pt x="81198" y="15794"/>
                      <a:pt x="64452" y="55172"/>
                      <a:pt x="57150" y="71999"/>
                    </a:cubicBezTo>
                  </a:path>
                </a:pathLst>
              </a:custGeom>
              <a:grp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36" name="Freeform 235"/>
              <p:cNvSpPr/>
              <p:nvPr/>
            </p:nvSpPr>
            <p:spPr>
              <a:xfrm rot="18143177">
                <a:off x="5661188" y="651567"/>
                <a:ext cx="125777" cy="126970"/>
              </a:xfrm>
              <a:custGeom>
                <a:avLst/>
                <a:gdLst>
                  <a:gd name="connsiteX0" fmla="*/ 0 w 82139"/>
                  <a:gd name="connsiteY0" fmla="*/ 22282 h 81337"/>
                  <a:gd name="connsiteX1" fmla="*/ 80010 w 82139"/>
                  <a:gd name="connsiteY1" fmla="*/ 3232 h 81337"/>
                  <a:gd name="connsiteX2" fmla="*/ 57150 w 82139"/>
                  <a:gd name="connsiteY2" fmla="*/ 81337 h 81337"/>
                  <a:gd name="connsiteX0" fmla="*/ 0 w 71337"/>
                  <a:gd name="connsiteY0" fmla="*/ 14571 h 73626"/>
                  <a:gd name="connsiteX1" fmla="*/ 67985 w 71337"/>
                  <a:gd name="connsiteY1" fmla="*/ 5171 h 73626"/>
                  <a:gd name="connsiteX2" fmla="*/ 57150 w 71337"/>
                  <a:gd name="connsiteY2" fmla="*/ 73626 h 73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337" h="73626">
                    <a:moveTo>
                      <a:pt x="0" y="14571"/>
                    </a:moveTo>
                    <a:cubicBezTo>
                      <a:pt x="35242" y="125"/>
                      <a:pt x="58460" y="-4671"/>
                      <a:pt x="67985" y="5171"/>
                    </a:cubicBezTo>
                    <a:cubicBezTo>
                      <a:pt x="77510" y="15013"/>
                      <a:pt x="64452" y="56799"/>
                      <a:pt x="57150" y="73626"/>
                    </a:cubicBezTo>
                  </a:path>
                </a:pathLst>
              </a:custGeom>
              <a:grp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38" name="Freeform 237"/>
              <p:cNvSpPr/>
              <p:nvPr/>
            </p:nvSpPr>
            <p:spPr>
              <a:xfrm rot="2700000">
                <a:off x="5843409" y="836452"/>
                <a:ext cx="108708" cy="113692"/>
              </a:xfrm>
              <a:custGeom>
                <a:avLst/>
                <a:gdLst>
                  <a:gd name="connsiteX0" fmla="*/ 0 w 82139"/>
                  <a:gd name="connsiteY0" fmla="*/ 22282 h 81337"/>
                  <a:gd name="connsiteX1" fmla="*/ 80010 w 82139"/>
                  <a:gd name="connsiteY1" fmla="*/ 3232 h 81337"/>
                  <a:gd name="connsiteX2" fmla="*/ 57150 w 82139"/>
                  <a:gd name="connsiteY2" fmla="*/ 81337 h 81337"/>
                  <a:gd name="connsiteX0" fmla="*/ 0 w 70446"/>
                  <a:gd name="connsiteY0" fmla="*/ 13032 h 72087"/>
                  <a:gd name="connsiteX1" fmla="*/ 66920 w 70446"/>
                  <a:gd name="connsiteY1" fmla="*/ 5903 h 72087"/>
                  <a:gd name="connsiteX2" fmla="*/ 57150 w 70446"/>
                  <a:gd name="connsiteY2" fmla="*/ 72087 h 72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0446" h="72087">
                    <a:moveTo>
                      <a:pt x="0" y="13032"/>
                    </a:moveTo>
                    <a:cubicBezTo>
                      <a:pt x="35242" y="-1414"/>
                      <a:pt x="57395" y="-3939"/>
                      <a:pt x="66920" y="5903"/>
                    </a:cubicBezTo>
                    <a:cubicBezTo>
                      <a:pt x="76445" y="15745"/>
                      <a:pt x="64452" y="55260"/>
                      <a:pt x="57150" y="72087"/>
                    </a:cubicBezTo>
                  </a:path>
                </a:pathLst>
              </a:custGeom>
              <a:grp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</p:grpSp>
      <p:grpSp>
        <p:nvGrpSpPr>
          <p:cNvPr id="57" name="Group 56"/>
          <p:cNvGrpSpPr/>
          <p:nvPr/>
        </p:nvGrpSpPr>
        <p:grpSpPr>
          <a:xfrm rot="1893636">
            <a:off x="4502069" y="5238161"/>
            <a:ext cx="80474" cy="71271"/>
            <a:chOff x="5457866" y="899516"/>
            <a:chExt cx="336247" cy="297795"/>
          </a:xfrm>
        </p:grpSpPr>
        <p:sp>
          <p:nvSpPr>
            <p:cNvPr id="38" name="Freeform 37"/>
            <p:cNvSpPr/>
            <p:nvPr/>
          </p:nvSpPr>
          <p:spPr>
            <a:xfrm>
              <a:off x="5457866" y="899516"/>
              <a:ext cx="336247" cy="285732"/>
            </a:xfrm>
            <a:custGeom>
              <a:avLst/>
              <a:gdLst>
                <a:gd name="connsiteX0" fmla="*/ 283941 w 334117"/>
                <a:gd name="connsiteY0" fmla="*/ 280950 h 321590"/>
                <a:gd name="connsiteX1" fmla="*/ 332201 w 334117"/>
                <a:gd name="connsiteY1" fmla="*/ 219990 h 321590"/>
                <a:gd name="connsiteX2" fmla="*/ 322041 w 334117"/>
                <a:gd name="connsiteY2" fmla="*/ 118390 h 321590"/>
                <a:gd name="connsiteX3" fmla="*/ 299181 w 334117"/>
                <a:gd name="connsiteY3" fmla="*/ 59970 h 321590"/>
                <a:gd name="connsiteX4" fmla="*/ 263621 w 334117"/>
                <a:gd name="connsiteY4" fmla="*/ 24410 h 321590"/>
                <a:gd name="connsiteX5" fmla="*/ 189961 w 334117"/>
                <a:gd name="connsiteY5" fmla="*/ 4090 h 321590"/>
                <a:gd name="connsiteX6" fmla="*/ 106141 w 334117"/>
                <a:gd name="connsiteY6" fmla="*/ 4090 h 321590"/>
                <a:gd name="connsiteX7" fmla="*/ 50261 w 334117"/>
                <a:gd name="connsiteY7" fmla="*/ 47270 h 321590"/>
                <a:gd name="connsiteX8" fmla="*/ 7081 w 334117"/>
                <a:gd name="connsiteY8" fmla="*/ 115850 h 321590"/>
                <a:gd name="connsiteX9" fmla="*/ 2001 w 334117"/>
                <a:gd name="connsiteY9" fmla="*/ 186970 h 321590"/>
                <a:gd name="connsiteX10" fmla="*/ 27401 w 334117"/>
                <a:gd name="connsiteY10" fmla="*/ 240310 h 321590"/>
                <a:gd name="connsiteX11" fmla="*/ 35021 w 334117"/>
                <a:gd name="connsiteY11" fmla="*/ 253010 h 321590"/>
                <a:gd name="connsiteX12" fmla="*/ 65501 w 334117"/>
                <a:gd name="connsiteY12" fmla="*/ 291110 h 321590"/>
                <a:gd name="connsiteX13" fmla="*/ 116301 w 334117"/>
                <a:gd name="connsiteY13" fmla="*/ 321590 h 321590"/>
                <a:gd name="connsiteX0" fmla="*/ 282835 w 333011"/>
                <a:gd name="connsiteY0" fmla="*/ 280950 h 321590"/>
                <a:gd name="connsiteX1" fmla="*/ 331095 w 333011"/>
                <a:gd name="connsiteY1" fmla="*/ 219990 h 321590"/>
                <a:gd name="connsiteX2" fmla="*/ 320935 w 333011"/>
                <a:gd name="connsiteY2" fmla="*/ 118390 h 321590"/>
                <a:gd name="connsiteX3" fmla="*/ 298075 w 333011"/>
                <a:gd name="connsiteY3" fmla="*/ 59970 h 321590"/>
                <a:gd name="connsiteX4" fmla="*/ 262515 w 333011"/>
                <a:gd name="connsiteY4" fmla="*/ 24410 h 321590"/>
                <a:gd name="connsiteX5" fmla="*/ 188855 w 333011"/>
                <a:gd name="connsiteY5" fmla="*/ 4090 h 321590"/>
                <a:gd name="connsiteX6" fmla="*/ 105035 w 333011"/>
                <a:gd name="connsiteY6" fmla="*/ 4090 h 321590"/>
                <a:gd name="connsiteX7" fmla="*/ 49155 w 333011"/>
                <a:gd name="connsiteY7" fmla="*/ 47270 h 321590"/>
                <a:gd name="connsiteX8" fmla="*/ 5975 w 333011"/>
                <a:gd name="connsiteY8" fmla="*/ 115850 h 321590"/>
                <a:gd name="connsiteX9" fmla="*/ 895 w 333011"/>
                <a:gd name="connsiteY9" fmla="*/ 186970 h 321590"/>
                <a:gd name="connsiteX10" fmla="*/ 11055 w 333011"/>
                <a:gd name="connsiteY10" fmla="*/ 234595 h 321590"/>
                <a:gd name="connsiteX11" fmla="*/ 33915 w 333011"/>
                <a:gd name="connsiteY11" fmla="*/ 253010 h 321590"/>
                <a:gd name="connsiteX12" fmla="*/ 64395 w 333011"/>
                <a:gd name="connsiteY12" fmla="*/ 291110 h 321590"/>
                <a:gd name="connsiteX13" fmla="*/ 115195 w 333011"/>
                <a:gd name="connsiteY13" fmla="*/ 321590 h 321590"/>
                <a:gd name="connsiteX0" fmla="*/ 282835 w 333011"/>
                <a:gd name="connsiteY0" fmla="*/ 280950 h 321590"/>
                <a:gd name="connsiteX1" fmla="*/ 331095 w 333011"/>
                <a:gd name="connsiteY1" fmla="*/ 219990 h 321590"/>
                <a:gd name="connsiteX2" fmla="*/ 320935 w 333011"/>
                <a:gd name="connsiteY2" fmla="*/ 118390 h 321590"/>
                <a:gd name="connsiteX3" fmla="*/ 298075 w 333011"/>
                <a:gd name="connsiteY3" fmla="*/ 59970 h 321590"/>
                <a:gd name="connsiteX4" fmla="*/ 262515 w 333011"/>
                <a:gd name="connsiteY4" fmla="*/ 24410 h 321590"/>
                <a:gd name="connsiteX5" fmla="*/ 188855 w 333011"/>
                <a:gd name="connsiteY5" fmla="*/ 4090 h 321590"/>
                <a:gd name="connsiteX6" fmla="*/ 105035 w 333011"/>
                <a:gd name="connsiteY6" fmla="*/ 4090 h 321590"/>
                <a:gd name="connsiteX7" fmla="*/ 49155 w 333011"/>
                <a:gd name="connsiteY7" fmla="*/ 47270 h 321590"/>
                <a:gd name="connsiteX8" fmla="*/ 5975 w 333011"/>
                <a:gd name="connsiteY8" fmla="*/ 115850 h 321590"/>
                <a:gd name="connsiteX9" fmla="*/ 895 w 333011"/>
                <a:gd name="connsiteY9" fmla="*/ 186970 h 321590"/>
                <a:gd name="connsiteX10" fmla="*/ 11055 w 333011"/>
                <a:gd name="connsiteY10" fmla="*/ 234595 h 321590"/>
                <a:gd name="connsiteX11" fmla="*/ 30105 w 333011"/>
                <a:gd name="connsiteY11" fmla="*/ 268250 h 321590"/>
                <a:gd name="connsiteX12" fmla="*/ 64395 w 333011"/>
                <a:gd name="connsiteY12" fmla="*/ 291110 h 321590"/>
                <a:gd name="connsiteX13" fmla="*/ 115195 w 333011"/>
                <a:gd name="connsiteY13" fmla="*/ 321590 h 321590"/>
                <a:gd name="connsiteX0" fmla="*/ 282835 w 333011"/>
                <a:gd name="connsiteY0" fmla="*/ 280950 h 321590"/>
                <a:gd name="connsiteX1" fmla="*/ 331095 w 333011"/>
                <a:gd name="connsiteY1" fmla="*/ 219990 h 321590"/>
                <a:gd name="connsiteX2" fmla="*/ 320935 w 333011"/>
                <a:gd name="connsiteY2" fmla="*/ 118390 h 321590"/>
                <a:gd name="connsiteX3" fmla="*/ 298075 w 333011"/>
                <a:gd name="connsiteY3" fmla="*/ 59970 h 321590"/>
                <a:gd name="connsiteX4" fmla="*/ 262515 w 333011"/>
                <a:gd name="connsiteY4" fmla="*/ 24410 h 321590"/>
                <a:gd name="connsiteX5" fmla="*/ 188855 w 333011"/>
                <a:gd name="connsiteY5" fmla="*/ 4090 h 321590"/>
                <a:gd name="connsiteX6" fmla="*/ 105035 w 333011"/>
                <a:gd name="connsiteY6" fmla="*/ 4090 h 321590"/>
                <a:gd name="connsiteX7" fmla="*/ 49155 w 333011"/>
                <a:gd name="connsiteY7" fmla="*/ 47270 h 321590"/>
                <a:gd name="connsiteX8" fmla="*/ 5975 w 333011"/>
                <a:gd name="connsiteY8" fmla="*/ 115850 h 321590"/>
                <a:gd name="connsiteX9" fmla="*/ 895 w 333011"/>
                <a:gd name="connsiteY9" fmla="*/ 186970 h 321590"/>
                <a:gd name="connsiteX10" fmla="*/ 11055 w 333011"/>
                <a:gd name="connsiteY10" fmla="*/ 234595 h 321590"/>
                <a:gd name="connsiteX11" fmla="*/ 30105 w 333011"/>
                <a:gd name="connsiteY11" fmla="*/ 268250 h 321590"/>
                <a:gd name="connsiteX12" fmla="*/ 64395 w 333011"/>
                <a:gd name="connsiteY12" fmla="*/ 291110 h 321590"/>
                <a:gd name="connsiteX13" fmla="*/ 115195 w 333011"/>
                <a:gd name="connsiteY13" fmla="*/ 321590 h 321590"/>
                <a:gd name="connsiteX0" fmla="*/ 282835 w 333011"/>
                <a:gd name="connsiteY0" fmla="*/ 280950 h 313970"/>
                <a:gd name="connsiteX1" fmla="*/ 331095 w 333011"/>
                <a:gd name="connsiteY1" fmla="*/ 219990 h 313970"/>
                <a:gd name="connsiteX2" fmla="*/ 320935 w 333011"/>
                <a:gd name="connsiteY2" fmla="*/ 118390 h 313970"/>
                <a:gd name="connsiteX3" fmla="*/ 298075 w 333011"/>
                <a:gd name="connsiteY3" fmla="*/ 59970 h 313970"/>
                <a:gd name="connsiteX4" fmla="*/ 262515 w 333011"/>
                <a:gd name="connsiteY4" fmla="*/ 24410 h 313970"/>
                <a:gd name="connsiteX5" fmla="*/ 188855 w 333011"/>
                <a:gd name="connsiteY5" fmla="*/ 4090 h 313970"/>
                <a:gd name="connsiteX6" fmla="*/ 105035 w 333011"/>
                <a:gd name="connsiteY6" fmla="*/ 4090 h 313970"/>
                <a:gd name="connsiteX7" fmla="*/ 49155 w 333011"/>
                <a:gd name="connsiteY7" fmla="*/ 47270 h 313970"/>
                <a:gd name="connsiteX8" fmla="*/ 5975 w 333011"/>
                <a:gd name="connsiteY8" fmla="*/ 115850 h 313970"/>
                <a:gd name="connsiteX9" fmla="*/ 895 w 333011"/>
                <a:gd name="connsiteY9" fmla="*/ 186970 h 313970"/>
                <a:gd name="connsiteX10" fmla="*/ 11055 w 333011"/>
                <a:gd name="connsiteY10" fmla="*/ 234595 h 313970"/>
                <a:gd name="connsiteX11" fmla="*/ 30105 w 333011"/>
                <a:gd name="connsiteY11" fmla="*/ 268250 h 313970"/>
                <a:gd name="connsiteX12" fmla="*/ 64395 w 333011"/>
                <a:gd name="connsiteY12" fmla="*/ 291110 h 313970"/>
                <a:gd name="connsiteX13" fmla="*/ 124720 w 333011"/>
                <a:gd name="connsiteY13" fmla="*/ 313970 h 313970"/>
                <a:gd name="connsiteX0" fmla="*/ 282835 w 333011"/>
                <a:gd name="connsiteY0" fmla="*/ 278063 h 311083"/>
                <a:gd name="connsiteX1" fmla="*/ 331095 w 333011"/>
                <a:gd name="connsiteY1" fmla="*/ 217103 h 311083"/>
                <a:gd name="connsiteX2" fmla="*/ 320935 w 333011"/>
                <a:gd name="connsiteY2" fmla="*/ 115503 h 311083"/>
                <a:gd name="connsiteX3" fmla="*/ 298075 w 333011"/>
                <a:gd name="connsiteY3" fmla="*/ 57083 h 311083"/>
                <a:gd name="connsiteX4" fmla="*/ 262515 w 333011"/>
                <a:gd name="connsiteY4" fmla="*/ 21523 h 311083"/>
                <a:gd name="connsiteX5" fmla="*/ 188855 w 333011"/>
                <a:gd name="connsiteY5" fmla="*/ 1203 h 311083"/>
                <a:gd name="connsiteX6" fmla="*/ 114560 w 333011"/>
                <a:gd name="connsiteY6" fmla="*/ 6918 h 311083"/>
                <a:gd name="connsiteX7" fmla="*/ 49155 w 333011"/>
                <a:gd name="connsiteY7" fmla="*/ 44383 h 311083"/>
                <a:gd name="connsiteX8" fmla="*/ 5975 w 333011"/>
                <a:gd name="connsiteY8" fmla="*/ 112963 h 311083"/>
                <a:gd name="connsiteX9" fmla="*/ 895 w 333011"/>
                <a:gd name="connsiteY9" fmla="*/ 184083 h 311083"/>
                <a:gd name="connsiteX10" fmla="*/ 11055 w 333011"/>
                <a:gd name="connsiteY10" fmla="*/ 231708 h 311083"/>
                <a:gd name="connsiteX11" fmla="*/ 30105 w 333011"/>
                <a:gd name="connsiteY11" fmla="*/ 265363 h 311083"/>
                <a:gd name="connsiteX12" fmla="*/ 64395 w 333011"/>
                <a:gd name="connsiteY12" fmla="*/ 288223 h 311083"/>
                <a:gd name="connsiteX13" fmla="*/ 124720 w 333011"/>
                <a:gd name="connsiteY13" fmla="*/ 311083 h 311083"/>
                <a:gd name="connsiteX0" fmla="*/ 282835 w 333011"/>
                <a:gd name="connsiteY0" fmla="*/ 275473 h 308493"/>
                <a:gd name="connsiteX1" fmla="*/ 331095 w 333011"/>
                <a:gd name="connsiteY1" fmla="*/ 214513 h 308493"/>
                <a:gd name="connsiteX2" fmla="*/ 320935 w 333011"/>
                <a:gd name="connsiteY2" fmla="*/ 112913 h 308493"/>
                <a:gd name="connsiteX3" fmla="*/ 298075 w 333011"/>
                <a:gd name="connsiteY3" fmla="*/ 54493 h 308493"/>
                <a:gd name="connsiteX4" fmla="*/ 262515 w 333011"/>
                <a:gd name="connsiteY4" fmla="*/ 18933 h 308493"/>
                <a:gd name="connsiteX5" fmla="*/ 200285 w 333011"/>
                <a:gd name="connsiteY5" fmla="*/ 2423 h 308493"/>
                <a:gd name="connsiteX6" fmla="*/ 114560 w 333011"/>
                <a:gd name="connsiteY6" fmla="*/ 4328 h 308493"/>
                <a:gd name="connsiteX7" fmla="*/ 49155 w 333011"/>
                <a:gd name="connsiteY7" fmla="*/ 41793 h 308493"/>
                <a:gd name="connsiteX8" fmla="*/ 5975 w 333011"/>
                <a:gd name="connsiteY8" fmla="*/ 110373 h 308493"/>
                <a:gd name="connsiteX9" fmla="*/ 895 w 333011"/>
                <a:gd name="connsiteY9" fmla="*/ 181493 h 308493"/>
                <a:gd name="connsiteX10" fmla="*/ 11055 w 333011"/>
                <a:gd name="connsiteY10" fmla="*/ 229118 h 308493"/>
                <a:gd name="connsiteX11" fmla="*/ 30105 w 333011"/>
                <a:gd name="connsiteY11" fmla="*/ 262773 h 308493"/>
                <a:gd name="connsiteX12" fmla="*/ 64395 w 333011"/>
                <a:gd name="connsiteY12" fmla="*/ 285633 h 308493"/>
                <a:gd name="connsiteX13" fmla="*/ 124720 w 333011"/>
                <a:gd name="connsiteY13" fmla="*/ 308493 h 308493"/>
                <a:gd name="connsiteX0" fmla="*/ 282835 w 339331"/>
                <a:gd name="connsiteY0" fmla="*/ 275473 h 308493"/>
                <a:gd name="connsiteX1" fmla="*/ 331095 w 339331"/>
                <a:gd name="connsiteY1" fmla="*/ 214513 h 308493"/>
                <a:gd name="connsiteX2" fmla="*/ 336175 w 339331"/>
                <a:gd name="connsiteY2" fmla="*/ 147203 h 308493"/>
                <a:gd name="connsiteX3" fmla="*/ 298075 w 339331"/>
                <a:gd name="connsiteY3" fmla="*/ 54493 h 308493"/>
                <a:gd name="connsiteX4" fmla="*/ 262515 w 339331"/>
                <a:gd name="connsiteY4" fmla="*/ 18933 h 308493"/>
                <a:gd name="connsiteX5" fmla="*/ 200285 w 339331"/>
                <a:gd name="connsiteY5" fmla="*/ 2423 h 308493"/>
                <a:gd name="connsiteX6" fmla="*/ 114560 w 339331"/>
                <a:gd name="connsiteY6" fmla="*/ 4328 h 308493"/>
                <a:gd name="connsiteX7" fmla="*/ 49155 w 339331"/>
                <a:gd name="connsiteY7" fmla="*/ 41793 h 308493"/>
                <a:gd name="connsiteX8" fmla="*/ 5975 w 339331"/>
                <a:gd name="connsiteY8" fmla="*/ 110373 h 308493"/>
                <a:gd name="connsiteX9" fmla="*/ 895 w 339331"/>
                <a:gd name="connsiteY9" fmla="*/ 181493 h 308493"/>
                <a:gd name="connsiteX10" fmla="*/ 11055 w 339331"/>
                <a:gd name="connsiteY10" fmla="*/ 229118 h 308493"/>
                <a:gd name="connsiteX11" fmla="*/ 30105 w 339331"/>
                <a:gd name="connsiteY11" fmla="*/ 262773 h 308493"/>
                <a:gd name="connsiteX12" fmla="*/ 64395 w 339331"/>
                <a:gd name="connsiteY12" fmla="*/ 285633 h 308493"/>
                <a:gd name="connsiteX13" fmla="*/ 124720 w 339331"/>
                <a:gd name="connsiteY13" fmla="*/ 308493 h 308493"/>
                <a:gd name="connsiteX0" fmla="*/ 282835 w 338364"/>
                <a:gd name="connsiteY0" fmla="*/ 275473 h 308493"/>
                <a:gd name="connsiteX1" fmla="*/ 331095 w 338364"/>
                <a:gd name="connsiteY1" fmla="*/ 214513 h 308493"/>
                <a:gd name="connsiteX2" fmla="*/ 336175 w 338364"/>
                <a:gd name="connsiteY2" fmla="*/ 147203 h 308493"/>
                <a:gd name="connsiteX3" fmla="*/ 311410 w 338364"/>
                <a:gd name="connsiteY3" fmla="*/ 73543 h 308493"/>
                <a:gd name="connsiteX4" fmla="*/ 262515 w 338364"/>
                <a:gd name="connsiteY4" fmla="*/ 18933 h 308493"/>
                <a:gd name="connsiteX5" fmla="*/ 200285 w 338364"/>
                <a:gd name="connsiteY5" fmla="*/ 2423 h 308493"/>
                <a:gd name="connsiteX6" fmla="*/ 114560 w 338364"/>
                <a:gd name="connsiteY6" fmla="*/ 4328 h 308493"/>
                <a:gd name="connsiteX7" fmla="*/ 49155 w 338364"/>
                <a:gd name="connsiteY7" fmla="*/ 41793 h 308493"/>
                <a:gd name="connsiteX8" fmla="*/ 5975 w 338364"/>
                <a:gd name="connsiteY8" fmla="*/ 110373 h 308493"/>
                <a:gd name="connsiteX9" fmla="*/ 895 w 338364"/>
                <a:gd name="connsiteY9" fmla="*/ 181493 h 308493"/>
                <a:gd name="connsiteX10" fmla="*/ 11055 w 338364"/>
                <a:gd name="connsiteY10" fmla="*/ 229118 h 308493"/>
                <a:gd name="connsiteX11" fmla="*/ 30105 w 338364"/>
                <a:gd name="connsiteY11" fmla="*/ 262773 h 308493"/>
                <a:gd name="connsiteX12" fmla="*/ 64395 w 338364"/>
                <a:gd name="connsiteY12" fmla="*/ 285633 h 308493"/>
                <a:gd name="connsiteX13" fmla="*/ 124720 w 338364"/>
                <a:gd name="connsiteY13" fmla="*/ 308493 h 308493"/>
                <a:gd name="connsiteX0" fmla="*/ 282835 w 338364"/>
                <a:gd name="connsiteY0" fmla="*/ 275832 h 308852"/>
                <a:gd name="connsiteX1" fmla="*/ 331095 w 338364"/>
                <a:gd name="connsiteY1" fmla="*/ 214872 h 308852"/>
                <a:gd name="connsiteX2" fmla="*/ 336175 w 338364"/>
                <a:gd name="connsiteY2" fmla="*/ 147562 h 308852"/>
                <a:gd name="connsiteX3" fmla="*/ 311410 w 338364"/>
                <a:gd name="connsiteY3" fmla="*/ 73902 h 308852"/>
                <a:gd name="connsiteX4" fmla="*/ 272040 w 338364"/>
                <a:gd name="connsiteY4" fmla="*/ 25007 h 308852"/>
                <a:gd name="connsiteX5" fmla="*/ 200285 w 338364"/>
                <a:gd name="connsiteY5" fmla="*/ 2782 h 308852"/>
                <a:gd name="connsiteX6" fmla="*/ 114560 w 338364"/>
                <a:gd name="connsiteY6" fmla="*/ 4687 h 308852"/>
                <a:gd name="connsiteX7" fmla="*/ 49155 w 338364"/>
                <a:gd name="connsiteY7" fmla="*/ 42152 h 308852"/>
                <a:gd name="connsiteX8" fmla="*/ 5975 w 338364"/>
                <a:gd name="connsiteY8" fmla="*/ 110732 h 308852"/>
                <a:gd name="connsiteX9" fmla="*/ 895 w 338364"/>
                <a:gd name="connsiteY9" fmla="*/ 181852 h 308852"/>
                <a:gd name="connsiteX10" fmla="*/ 11055 w 338364"/>
                <a:gd name="connsiteY10" fmla="*/ 229477 h 308852"/>
                <a:gd name="connsiteX11" fmla="*/ 30105 w 338364"/>
                <a:gd name="connsiteY11" fmla="*/ 263132 h 308852"/>
                <a:gd name="connsiteX12" fmla="*/ 64395 w 338364"/>
                <a:gd name="connsiteY12" fmla="*/ 285992 h 308852"/>
                <a:gd name="connsiteX13" fmla="*/ 124720 w 338364"/>
                <a:gd name="connsiteY13" fmla="*/ 308852 h 308852"/>
                <a:gd name="connsiteX0" fmla="*/ 282835 w 338364"/>
                <a:gd name="connsiteY0" fmla="*/ 275832 h 285992"/>
                <a:gd name="connsiteX1" fmla="*/ 331095 w 338364"/>
                <a:gd name="connsiteY1" fmla="*/ 214872 h 285992"/>
                <a:gd name="connsiteX2" fmla="*/ 336175 w 338364"/>
                <a:gd name="connsiteY2" fmla="*/ 147562 h 285992"/>
                <a:gd name="connsiteX3" fmla="*/ 311410 w 338364"/>
                <a:gd name="connsiteY3" fmla="*/ 73902 h 285992"/>
                <a:gd name="connsiteX4" fmla="*/ 272040 w 338364"/>
                <a:gd name="connsiteY4" fmla="*/ 25007 h 285992"/>
                <a:gd name="connsiteX5" fmla="*/ 200285 w 338364"/>
                <a:gd name="connsiteY5" fmla="*/ 2782 h 285992"/>
                <a:gd name="connsiteX6" fmla="*/ 114560 w 338364"/>
                <a:gd name="connsiteY6" fmla="*/ 4687 h 285992"/>
                <a:gd name="connsiteX7" fmla="*/ 49155 w 338364"/>
                <a:gd name="connsiteY7" fmla="*/ 42152 h 285992"/>
                <a:gd name="connsiteX8" fmla="*/ 5975 w 338364"/>
                <a:gd name="connsiteY8" fmla="*/ 110732 h 285992"/>
                <a:gd name="connsiteX9" fmla="*/ 895 w 338364"/>
                <a:gd name="connsiteY9" fmla="*/ 181852 h 285992"/>
                <a:gd name="connsiteX10" fmla="*/ 11055 w 338364"/>
                <a:gd name="connsiteY10" fmla="*/ 229477 h 285992"/>
                <a:gd name="connsiteX11" fmla="*/ 30105 w 338364"/>
                <a:gd name="connsiteY11" fmla="*/ 263132 h 285992"/>
                <a:gd name="connsiteX12" fmla="*/ 64395 w 338364"/>
                <a:gd name="connsiteY12" fmla="*/ 285992 h 285992"/>
                <a:gd name="connsiteX0" fmla="*/ 282835 w 338364"/>
                <a:gd name="connsiteY0" fmla="*/ 275832 h 285992"/>
                <a:gd name="connsiteX1" fmla="*/ 331095 w 338364"/>
                <a:gd name="connsiteY1" fmla="*/ 214872 h 285992"/>
                <a:gd name="connsiteX2" fmla="*/ 336175 w 338364"/>
                <a:gd name="connsiteY2" fmla="*/ 147562 h 285992"/>
                <a:gd name="connsiteX3" fmla="*/ 311410 w 338364"/>
                <a:gd name="connsiteY3" fmla="*/ 73902 h 285992"/>
                <a:gd name="connsiteX4" fmla="*/ 272040 w 338364"/>
                <a:gd name="connsiteY4" fmla="*/ 25007 h 285992"/>
                <a:gd name="connsiteX5" fmla="*/ 200285 w 338364"/>
                <a:gd name="connsiteY5" fmla="*/ 2782 h 285992"/>
                <a:gd name="connsiteX6" fmla="*/ 114560 w 338364"/>
                <a:gd name="connsiteY6" fmla="*/ 4687 h 285992"/>
                <a:gd name="connsiteX7" fmla="*/ 49155 w 338364"/>
                <a:gd name="connsiteY7" fmla="*/ 42152 h 285992"/>
                <a:gd name="connsiteX8" fmla="*/ 5975 w 338364"/>
                <a:gd name="connsiteY8" fmla="*/ 110732 h 285992"/>
                <a:gd name="connsiteX9" fmla="*/ 895 w 338364"/>
                <a:gd name="connsiteY9" fmla="*/ 181852 h 285992"/>
                <a:gd name="connsiteX10" fmla="*/ 11055 w 338364"/>
                <a:gd name="connsiteY10" fmla="*/ 229477 h 285992"/>
                <a:gd name="connsiteX11" fmla="*/ 64395 w 338364"/>
                <a:gd name="connsiteY11" fmla="*/ 285992 h 285992"/>
                <a:gd name="connsiteX0" fmla="*/ 280620 w 336149"/>
                <a:gd name="connsiteY0" fmla="*/ 275832 h 285992"/>
                <a:gd name="connsiteX1" fmla="*/ 328880 w 336149"/>
                <a:gd name="connsiteY1" fmla="*/ 214872 h 285992"/>
                <a:gd name="connsiteX2" fmla="*/ 333960 w 336149"/>
                <a:gd name="connsiteY2" fmla="*/ 147562 h 285992"/>
                <a:gd name="connsiteX3" fmla="*/ 309195 w 336149"/>
                <a:gd name="connsiteY3" fmla="*/ 73902 h 285992"/>
                <a:gd name="connsiteX4" fmla="*/ 269825 w 336149"/>
                <a:gd name="connsiteY4" fmla="*/ 25007 h 285992"/>
                <a:gd name="connsiteX5" fmla="*/ 198070 w 336149"/>
                <a:gd name="connsiteY5" fmla="*/ 2782 h 285992"/>
                <a:gd name="connsiteX6" fmla="*/ 112345 w 336149"/>
                <a:gd name="connsiteY6" fmla="*/ 4687 h 285992"/>
                <a:gd name="connsiteX7" fmla="*/ 46940 w 336149"/>
                <a:gd name="connsiteY7" fmla="*/ 42152 h 285992"/>
                <a:gd name="connsiteX8" fmla="*/ 3760 w 336149"/>
                <a:gd name="connsiteY8" fmla="*/ 110732 h 285992"/>
                <a:gd name="connsiteX9" fmla="*/ 8840 w 336149"/>
                <a:gd name="connsiteY9" fmla="*/ 229477 h 285992"/>
                <a:gd name="connsiteX10" fmla="*/ 62180 w 336149"/>
                <a:gd name="connsiteY10" fmla="*/ 285992 h 285992"/>
                <a:gd name="connsiteX0" fmla="*/ 286274 w 341803"/>
                <a:gd name="connsiteY0" fmla="*/ 275832 h 285992"/>
                <a:gd name="connsiteX1" fmla="*/ 334534 w 341803"/>
                <a:gd name="connsiteY1" fmla="*/ 214872 h 285992"/>
                <a:gd name="connsiteX2" fmla="*/ 339614 w 341803"/>
                <a:gd name="connsiteY2" fmla="*/ 147562 h 285992"/>
                <a:gd name="connsiteX3" fmla="*/ 314849 w 341803"/>
                <a:gd name="connsiteY3" fmla="*/ 73902 h 285992"/>
                <a:gd name="connsiteX4" fmla="*/ 275479 w 341803"/>
                <a:gd name="connsiteY4" fmla="*/ 25007 h 285992"/>
                <a:gd name="connsiteX5" fmla="*/ 203724 w 341803"/>
                <a:gd name="connsiteY5" fmla="*/ 2782 h 285992"/>
                <a:gd name="connsiteX6" fmla="*/ 117999 w 341803"/>
                <a:gd name="connsiteY6" fmla="*/ 4687 h 285992"/>
                <a:gd name="connsiteX7" fmla="*/ 52594 w 341803"/>
                <a:gd name="connsiteY7" fmla="*/ 42152 h 285992"/>
                <a:gd name="connsiteX8" fmla="*/ 9414 w 341803"/>
                <a:gd name="connsiteY8" fmla="*/ 110732 h 285992"/>
                <a:gd name="connsiteX9" fmla="*/ 4969 w 341803"/>
                <a:gd name="connsiteY9" fmla="*/ 208522 h 285992"/>
                <a:gd name="connsiteX10" fmla="*/ 67834 w 341803"/>
                <a:gd name="connsiteY10" fmla="*/ 285992 h 285992"/>
                <a:gd name="connsiteX0" fmla="*/ 287257 w 342786"/>
                <a:gd name="connsiteY0" fmla="*/ 275832 h 284087"/>
                <a:gd name="connsiteX1" fmla="*/ 335517 w 342786"/>
                <a:gd name="connsiteY1" fmla="*/ 214872 h 284087"/>
                <a:gd name="connsiteX2" fmla="*/ 340597 w 342786"/>
                <a:gd name="connsiteY2" fmla="*/ 147562 h 284087"/>
                <a:gd name="connsiteX3" fmla="*/ 315832 w 342786"/>
                <a:gd name="connsiteY3" fmla="*/ 73902 h 284087"/>
                <a:gd name="connsiteX4" fmla="*/ 276462 w 342786"/>
                <a:gd name="connsiteY4" fmla="*/ 25007 h 284087"/>
                <a:gd name="connsiteX5" fmla="*/ 204707 w 342786"/>
                <a:gd name="connsiteY5" fmla="*/ 2782 h 284087"/>
                <a:gd name="connsiteX6" fmla="*/ 118982 w 342786"/>
                <a:gd name="connsiteY6" fmla="*/ 4687 h 284087"/>
                <a:gd name="connsiteX7" fmla="*/ 53577 w 342786"/>
                <a:gd name="connsiteY7" fmla="*/ 42152 h 284087"/>
                <a:gd name="connsiteX8" fmla="*/ 10397 w 342786"/>
                <a:gd name="connsiteY8" fmla="*/ 110732 h 284087"/>
                <a:gd name="connsiteX9" fmla="*/ 5952 w 342786"/>
                <a:gd name="connsiteY9" fmla="*/ 208522 h 284087"/>
                <a:gd name="connsiteX10" fmla="*/ 82152 w 342786"/>
                <a:gd name="connsiteY10" fmla="*/ 284087 h 284087"/>
                <a:gd name="connsiteX0" fmla="*/ 281294 w 336823"/>
                <a:gd name="connsiteY0" fmla="*/ 275832 h 284087"/>
                <a:gd name="connsiteX1" fmla="*/ 329554 w 336823"/>
                <a:gd name="connsiteY1" fmla="*/ 214872 h 284087"/>
                <a:gd name="connsiteX2" fmla="*/ 334634 w 336823"/>
                <a:gd name="connsiteY2" fmla="*/ 147562 h 284087"/>
                <a:gd name="connsiteX3" fmla="*/ 309869 w 336823"/>
                <a:gd name="connsiteY3" fmla="*/ 73902 h 284087"/>
                <a:gd name="connsiteX4" fmla="*/ 270499 w 336823"/>
                <a:gd name="connsiteY4" fmla="*/ 25007 h 284087"/>
                <a:gd name="connsiteX5" fmla="*/ 198744 w 336823"/>
                <a:gd name="connsiteY5" fmla="*/ 2782 h 284087"/>
                <a:gd name="connsiteX6" fmla="*/ 113019 w 336823"/>
                <a:gd name="connsiteY6" fmla="*/ 4687 h 284087"/>
                <a:gd name="connsiteX7" fmla="*/ 47614 w 336823"/>
                <a:gd name="connsiteY7" fmla="*/ 42152 h 284087"/>
                <a:gd name="connsiteX8" fmla="*/ 4434 w 336823"/>
                <a:gd name="connsiteY8" fmla="*/ 110732 h 284087"/>
                <a:gd name="connsiteX9" fmla="*/ 9514 w 336823"/>
                <a:gd name="connsiteY9" fmla="*/ 221857 h 284087"/>
                <a:gd name="connsiteX10" fmla="*/ 76189 w 336823"/>
                <a:gd name="connsiteY10" fmla="*/ 284087 h 284087"/>
                <a:gd name="connsiteX0" fmla="*/ 281294 w 338232"/>
                <a:gd name="connsiteY0" fmla="*/ 275832 h 284087"/>
                <a:gd name="connsiteX1" fmla="*/ 329554 w 338232"/>
                <a:gd name="connsiteY1" fmla="*/ 214872 h 284087"/>
                <a:gd name="connsiteX2" fmla="*/ 336539 w 338232"/>
                <a:gd name="connsiteY2" fmla="*/ 139942 h 284087"/>
                <a:gd name="connsiteX3" fmla="*/ 309869 w 338232"/>
                <a:gd name="connsiteY3" fmla="*/ 73902 h 284087"/>
                <a:gd name="connsiteX4" fmla="*/ 270499 w 338232"/>
                <a:gd name="connsiteY4" fmla="*/ 25007 h 284087"/>
                <a:gd name="connsiteX5" fmla="*/ 198744 w 338232"/>
                <a:gd name="connsiteY5" fmla="*/ 2782 h 284087"/>
                <a:gd name="connsiteX6" fmla="*/ 113019 w 338232"/>
                <a:gd name="connsiteY6" fmla="*/ 4687 h 284087"/>
                <a:gd name="connsiteX7" fmla="*/ 47614 w 338232"/>
                <a:gd name="connsiteY7" fmla="*/ 42152 h 284087"/>
                <a:gd name="connsiteX8" fmla="*/ 4434 w 338232"/>
                <a:gd name="connsiteY8" fmla="*/ 110732 h 284087"/>
                <a:gd name="connsiteX9" fmla="*/ 9514 w 338232"/>
                <a:gd name="connsiteY9" fmla="*/ 221857 h 284087"/>
                <a:gd name="connsiteX10" fmla="*/ 76189 w 338232"/>
                <a:gd name="connsiteY10" fmla="*/ 284087 h 284087"/>
                <a:gd name="connsiteX0" fmla="*/ 281294 w 338232"/>
                <a:gd name="connsiteY0" fmla="*/ 276207 h 284462"/>
                <a:gd name="connsiteX1" fmla="*/ 329554 w 338232"/>
                <a:gd name="connsiteY1" fmla="*/ 215247 h 284462"/>
                <a:gd name="connsiteX2" fmla="*/ 336539 w 338232"/>
                <a:gd name="connsiteY2" fmla="*/ 140317 h 284462"/>
                <a:gd name="connsiteX3" fmla="*/ 309869 w 338232"/>
                <a:gd name="connsiteY3" fmla="*/ 74277 h 284462"/>
                <a:gd name="connsiteX4" fmla="*/ 266689 w 338232"/>
                <a:gd name="connsiteY4" fmla="*/ 31097 h 284462"/>
                <a:gd name="connsiteX5" fmla="*/ 198744 w 338232"/>
                <a:gd name="connsiteY5" fmla="*/ 3157 h 284462"/>
                <a:gd name="connsiteX6" fmla="*/ 113019 w 338232"/>
                <a:gd name="connsiteY6" fmla="*/ 5062 h 284462"/>
                <a:gd name="connsiteX7" fmla="*/ 47614 w 338232"/>
                <a:gd name="connsiteY7" fmla="*/ 42527 h 284462"/>
                <a:gd name="connsiteX8" fmla="*/ 4434 w 338232"/>
                <a:gd name="connsiteY8" fmla="*/ 111107 h 284462"/>
                <a:gd name="connsiteX9" fmla="*/ 9514 w 338232"/>
                <a:gd name="connsiteY9" fmla="*/ 222232 h 284462"/>
                <a:gd name="connsiteX10" fmla="*/ 76189 w 338232"/>
                <a:gd name="connsiteY10" fmla="*/ 284462 h 284462"/>
                <a:gd name="connsiteX0" fmla="*/ 281294 w 337950"/>
                <a:gd name="connsiteY0" fmla="*/ 276207 h 284462"/>
                <a:gd name="connsiteX1" fmla="*/ 329554 w 337950"/>
                <a:gd name="connsiteY1" fmla="*/ 215247 h 284462"/>
                <a:gd name="connsiteX2" fmla="*/ 336539 w 337950"/>
                <a:gd name="connsiteY2" fmla="*/ 140317 h 284462"/>
                <a:gd name="connsiteX3" fmla="*/ 313679 w 337950"/>
                <a:gd name="connsiteY3" fmla="*/ 83802 h 284462"/>
                <a:gd name="connsiteX4" fmla="*/ 266689 w 337950"/>
                <a:gd name="connsiteY4" fmla="*/ 31097 h 284462"/>
                <a:gd name="connsiteX5" fmla="*/ 198744 w 337950"/>
                <a:gd name="connsiteY5" fmla="*/ 3157 h 284462"/>
                <a:gd name="connsiteX6" fmla="*/ 113019 w 337950"/>
                <a:gd name="connsiteY6" fmla="*/ 5062 h 284462"/>
                <a:gd name="connsiteX7" fmla="*/ 47614 w 337950"/>
                <a:gd name="connsiteY7" fmla="*/ 42527 h 284462"/>
                <a:gd name="connsiteX8" fmla="*/ 4434 w 337950"/>
                <a:gd name="connsiteY8" fmla="*/ 111107 h 284462"/>
                <a:gd name="connsiteX9" fmla="*/ 9514 w 337950"/>
                <a:gd name="connsiteY9" fmla="*/ 222232 h 284462"/>
                <a:gd name="connsiteX10" fmla="*/ 76189 w 337950"/>
                <a:gd name="connsiteY10" fmla="*/ 284462 h 284462"/>
                <a:gd name="connsiteX0" fmla="*/ 282262 w 338918"/>
                <a:gd name="connsiteY0" fmla="*/ 276207 h 284462"/>
                <a:gd name="connsiteX1" fmla="*/ 330522 w 338918"/>
                <a:gd name="connsiteY1" fmla="*/ 215247 h 284462"/>
                <a:gd name="connsiteX2" fmla="*/ 337507 w 338918"/>
                <a:gd name="connsiteY2" fmla="*/ 140317 h 284462"/>
                <a:gd name="connsiteX3" fmla="*/ 314647 w 338918"/>
                <a:gd name="connsiteY3" fmla="*/ 83802 h 284462"/>
                <a:gd name="connsiteX4" fmla="*/ 267657 w 338918"/>
                <a:gd name="connsiteY4" fmla="*/ 31097 h 284462"/>
                <a:gd name="connsiteX5" fmla="*/ 199712 w 338918"/>
                <a:gd name="connsiteY5" fmla="*/ 3157 h 284462"/>
                <a:gd name="connsiteX6" fmla="*/ 113987 w 338918"/>
                <a:gd name="connsiteY6" fmla="*/ 5062 h 284462"/>
                <a:gd name="connsiteX7" fmla="*/ 48582 w 338918"/>
                <a:gd name="connsiteY7" fmla="*/ 42527 h 284462"/>
                <a:gd name="connsiteX8" fmla="*/ 5402 w 338918"/>
                <a:gd name="connsiteY8" fmla="*/ 111107 h 284462"/>
                <a:gd name="connsiteX9" fmla="*/ 8577 w 338918"/>
                <a:gd name="connsiteY9" fmla="*/ 212707 h 284462"/>
                <a:gd name="connsiteX10" fmla="*/ 77157 w 338918"/>
                <a:gd name="connsiteY10" fmla="*/ 284462 h 284462"/>
                <a:gd name="connsiteX0" fmla="*/ 282974 w 339630"/>
                <a:gd name="connsiteY0" fmla="*/ 276207 h 278747"/>
                <a:gd name="connsiteX1" fmla="*/ 331234 w 339630"/>
                <a:gd name="connsiteY1" fmla="*/ 215247 h 278747"/>
                <a:gd name="connsiteX2" fmla="*/ 338219 w 339630"/>
                <a:gd name="connsiteY2" fmla="*/ 140317 h 278747"/>
                <a:gd name="connsiteX3" fmla="*/ 315359 w 339630"/>
                <a:gd name="connsiteY3" fmla="*/ 83802 h 278747"/>
                <a:gd name="connsiteX4" fmla="*/ 268369 w 339630"/>
                <a:gd name="connsiteY4" fmla="*/ 31097 h 278747"/>
                <a:gd name="connsiteX5" fmla="*/ 200424 w 339630"/>
                <a:gd name="connsiteY5" fmla="*/ 3157 h 278747"/>
                <a:gd name="connsiteX6" fmla="*/ 114699 w 339630"/>
                <a:gd name="connsiteY6" fmla="*/ 5062 h 278747"/>
                <a:gd name="connsiteX7" fmla="*/ 49294 w 339630"/>
                <a:gd name="connsiteY7" fmla="*/ 42527 h 278747"/>
                <a:gd name="connsiteX8" fmla="*/ 6114 w 339630"/>
                <a:gd name="connsiteY8" fmla="*/ 111107 h 278747"/>
                <a:gd name="connsiteX9" fmla="*/ 9289 w 339630"/>
                <a:gd name="connsiteY9" fmla="*/ 212707 h 278747"/>
                <a:gd name="connsiteX10" fmla="*/ 89299 w 339630"/>
                <a:gd name="connsiteY10" fmla="*/ 278747 h 278747"/>
                <a:gd name="connsiteX0" fmla="*/ 282974 w 339630"/>
                <a:gd name="connsiteY0" fmla="*/ 276207 h 290177"/>
                <a:gd name="connsiteX1" fmla="*/ 331234 w 339630"/>
                <a:gd name="connsiteY1" fmla="*/ 215247 h 290177"/>
                <a:gd name="connsiteX2" fmla="*/ 338219 w 339630"/>
                <a:gd name="connsiteY2" fmla="*/ 140317 h 290177"/>
                <a:gd name="connsiteX3" fmla="*/ 315359 w 339630"/>
                <a:gd name="connsiteY3" fmla="*/ 83802 h 290177"/>
                <a:gd name="connsiteX4" fmla="*/ 268369 w 339630"/>
                <a:gd name="connsiteY4" fmla="*/ 31097 h 290177"/>
                <a:gd name="connsiteX5" fmla="*/ 200424 w 339630"/>
                <a:gd name="connsiteY5" fmla="*/ 3157 h 290177"/>
                <a:gd name="connsiteX6" fmla="*/ 114699 w 339630"/>
                <a:gd name="connsiteY6" fmla="*/ 5062 h 290177"/>
                <a:gd name="connsiteX7" fmla="*/ 49294 w 339630"/>
                <a:gd name="connsiteY7" fmla="*/ 42527 h 290177"/>
                <a:gd name="connsiteX8" fmla="*/ 6114 w 339630"/>
                <a:gd name="connsiteY8" fmla="*/ 111107 h 290177"/>
                <a:gd name="connsiteX9" fmla="*/ 9289 w 339630"/>
                <a:gd name="connsiteY9" fmla="*/ 212707 h 290177"/>
                <a:gd name="connsiteX10" fmla="*/ 89299 w 339630"/>
                <a:gd name="connsiteY10" fmla="*/ 290177 h 290177"/>
                <a:gd name="connsiteX0" fmla="*/ 284097 w 340753"/>
                <a:gd name="connsiteY0" fmla="*/ 276207 h 297797"/>
                <a:gd name="connsiteX1" fmla="*/ 332357 w 340753"/>
                <a:gd name="connsiteY1" fmla="*/ 215247 h 297797"/>
                <a:gd name="connsiteX2" fmla="*/ 339342 w 340753"/>
                <a:gd name="connsiteY2" fmla="*/ 140317 h 297797"/>
                <a:gd name="connsiteX3" fmla="*/ 316482 w 340753"/>
                <a:gd name="connsiteY3" fmla="*/ 83802 h 297797"/>
                <a:gd name="connsiteX4" fmla="*/ 269492 w 340753"/>
                <a:gd name="connsiteY4" fmla="*/ 31097 h 297797"/>
                <a:gd name="connsiteX5" fmla="*/ 201547 w 340753"/>
                <a:gd name="connsiteY5" fmla="*/ 3157 h 297797"/>
                <a:gd name="connsiteX6" fmla="*/ 115822 w 340753"/>
                <a:gd name="connsiteY6" fmla="*/ 5062 h 297797"/>
                <a:gd name="connsiteX7" fmla="*/ 50417 w 340753"/>
                <a:gd name="connsiteY7" fmla="*/ 42527 h 297797"/>
                <a:gd name="connsiteX8" fmla="*/ 7237 w 340753"/>
                <a:gd name="connsiteY8" fmla="*/ 111107 h 297797"/>
                <a:gd name="connsiteX9" fmla="*/ 10412 w 340753"/>
                <a:gd name="connsiteY9" fmla="*/ 212707 h 297797"/>
                <a:gd name="connsiteX10" fmla="*/ 107567 w 340753"/>
                <a:gd name="connsiteY10" fmla="*/ 297797 h 297797"/>
                <a:gd name="connsiteX0" fmla="*/ 280917 w 337573"/>
                <a:gd name="connsiteY0" fmla="*/ 276207 h 297797"/>
                <a:gd name="connsiteX1" fmla="*/ 329177 w 337573"/>
                <a:gd name="connsiteY1" fmla="*/ 215247 h 297797"/>
                <a:gd name="connsiteX2" fmla="*/ 336162 w 337573"/>
                <a:gd name="connsiteY2" fmla="*/ 140317 h 297797"/>
                <a:gd name="connsiteX3" fmla="*/ 313302 w 337573"/>
                <a:gd name="connsiteY3" fmla="*/ 83802 h 297797"/>
                <a:gd name="connsiteX4" fmla="*/ 266312 w 337573"/>
                <a:gd name="connsiteY4" fmla="*/ 31097 h 297797"/>
                <a:gd name="connsiteX5" fmla="*/ 198367 w 337573"/>
                <a:gd name="connsiteY5" fmla="*/ 3157 h 297797"/>
                <a:gd name="connsiteX6" fmla="*/ 112642 w 337573"/>
                <a:gd name="connsiteY6" fmla="*/ 5062 h 297797"/>
                <a:gd name="connsiteX7" fmla="*/ 47237 w 337573"/>
                <a:gd name="connsiteY7" fmla="*/ 42527 h 297797"/>
                <a:gd name="connsiteX8" fmla="*/ 4057 w 337573"/>
                <a:gd name="connsiteY8" fmla="*/ 111107 h 297797"/>
                <a:gd name="connsiteX9" fmla="*/ 7232 w 337573"/>
                <a:gd name="connsiteY9" fmla="*/ 212707 h 297797"/>
                <a:gd name="connsiteX10" fmla="*/ 51751 w 337573"/>
                <a:gd name="connsiteY10" fmla="*/ 258724 h 297797"/>
                <a:gd name="connsiteX11" fmla="*/ 104387 w 337573"/>
                <a:gd name="connsiteY11" fmla="*/ 297797 h 297797"/>
                <a:gd name="connsiteX0" fmla="*/ 285485 w 342141"/>
                <a:gd name="connsiteY0" fmla="*/ 276207 h 297797"/>
                <a:gd name="connsiteX1" fmla="*/ 333745 w 342141"/>
                <a:gd name="connsiteY1" fmla="*/ 215247 h 297797"/>
                <a:gd name="connsiteX2" fmla="*/ 340730 w 342141"/>
                <a:gd name="connsiteY2" fmla="*/ 140317 h 297797"/>
                <a:gd name="connsiteX3" fmla="*/ 317870 w 342141"/>
                <a:gd name="connsiteY3" fmla="*/ 83802 h 297797"/>
                <a:gd name="connsiteX4" fmla="*/ 270880 w 342141"/>
                <a:gd name="connsiteY4" fmla="*/ 31097 h 297797"/>
                <a:gd name="connsiteX5" fmla="*/ 202935 w 342141"/>
                <a:gd name="connsiteY5" fmla="*/ 3157 h 297797"/>
                <a:gd name="connsiteX6" fmla="*/ 117210 w 342141"/>
                <a:gd name="connsiteY6" fmla="*/ 5062 h 297797"/>
                <a:gd name="connsiteX7" fmla="*/ 51805 w 342141"/>
                <a:gd name="connsiteY7" fmla="*/ 42527 h 297797"/>
                <a:gd name="connsiteX8" fmla="*/ 8625 w 342141"/>
                <a:gd name="connsiteY8" fmla="*/ 111107 h 297797"/>
                <a:gd name="connsiteX9" fmla="*/ 4180 w 342141"/>
                <a:gd name="connsiteY9" fmla="*/ 191752 h 297797"/>
                <a:gd name="connsiteX10" fmla="*/ 56319 w 342141"/>
                <a:gd name="connsiteY10" fmla="*/ 258724 h 297797"/>
                <a:gd name="connsiteX11" fmla="*/ 108955 w 342141"/>
                <a:gd name="connsiteY11" fmla="*/ 297797 h 297797"/>
                <a:gd name="connsiteX0" fmla="*/ 284927 w 341583"/>
                <a:gd name="connsiteY0" fmla="*/ 276207 h 297797"/>
                <a:gd name="connsiteX1" fmla="*/ 333187 w 341583"/>
                <a:gd name="connsiteY1" fmla="*/ 215247 h 297797"/>
                <a:gd name="connsiteX2" fmla="*/ 340172 w 341583"/>
                <a:gd name="connsiteY2" fmla="*/ 140317 h 297797"/>
                <a:gd name="connsiteX3" fmla="*/ 317312 w 341583"/>
                <a:gd name="connsiteY3" fmla="*/ 83802 h 297797"/>
                <a:gd name="connsiteX4" fmla="*/ 270322 w 341583"/>
                <a:gd name="connsiteY4" fmla="*/ 31097 h 297797"/>
                <a:gd name="connsiteX5" fmla="*/ 202377 w 341583"/>
                <a:gd name="connsiteY5" fmla="*/ 3157 h 297797"/>
                <a:gd name="connsiteX6" fmla="*/ 116652 w 341583"/>
                <a:gd name="connsiteY6" fmla="*/ 5062 h 297797"/>
                <a:gd name="connsiteX7" fmla="*/ 51247 w 341583"/>
                <a:gd name="connsiteY7" fmla="*/ 42527 h 297797"/>
                <a:gd name="connsiteX8" fmla="*/ 8067 w 341583"/>
                <a:gd name="connsiteY8" fmla="*/ 111107 h 297797"/>
                <a:gd name="connsiteX9" fmla="*/ 3622 w 341583"/>
                <a:gd name="connsiteY9" fmla="*/ 191752 h 297797"/>
                <a:gd name="connsiteX10" fmla="*/ 48141 w 341583"/>
                <a:gd name="connsiteY10" fmla="*/ 256819 h 297797"/>
                <a:gd name="connsiteX11" fmla="*/ 108397 w 341583"/>
                <a:gd name="connsiteY11" fmla="*/ 297797 h 297797"/>
                <a:gd name="connsiteX0" fmla="*/ 284927 w 341583"/>
                <a:gd name="connsiteY0" fmla="*/ 276207 h 290177"/>
                <a:gd name="connsiteX1" fmla="*/ 333187 w 341583"/>
                <a:gd name="connsiteY1" fmla="*/ 215247 h 290177"/>
                <a:gd name="connsiteX2" fmla="*/ 340172 w 341583"/>
                <a:gd name="connsiteY2" fmla="*/ 140317 h 290177"/>
                <a:gd name="connsiteX3" fmla="*/ 317312 w 341583"/>
                <a:gd name="connsiteY3" fmla="*/ 83802 h 290177"/>
                <a:gd name="connsiteX4" fmla="*/ 270322 w 341583"/>
                <a:gd name="connsiteY4" fmla="*/ 31097 h 290177"/>
                <a:gd name="connsiteX5" fmla="*/ 202377 w 341583"/>
                <a:gd name="connsiteY5" fmla="*/ 3157 h 290177"/>
                <a:gd name="connsiteX6" fmla="*/ 116652 w 341583"/>
                <a:gd name="connsiteY6" fmla="*/ 5062 h 290177"/>
                <a:gd name="connsiteX7" fmla="*/ 51247 w 341583"/>
                <a:gd name="connsiteY7" fmla="*/ 42527 h 290177"/>
                <a:gd name="connsiteX8" fmla="*/ 8067 w 341583"/>
                <a:gd name="connsiteY8" fmla="*/ 111107 h 290177"/>
                <a:gd name="connsiteX9" fmla="*/ 3622 w 341583"/>
                <a:gd name="connsiteY9" fmla="*/ 191752 h 290177"/>
                <a:gd name="connsiteX10" fmla="*/ 48141 w 341583"/>
                <a:gd name="connsiteY10" fmla="*/ 256819 h 290177"/>
                <a:gd name="connsiteX11" fmla="*/ 114112 w 341583"/>
                <a:gd name="connsiteY11" fmla="*/ 290177 h 290177"/>
                <a:gd name="connsiteX0" fmla="*/ 284927 w 338982"/>
                <a:gd name="connsiteY0" fmla="*/ 276207 h 290177"/>
                <a:gd name="connsiteX1" fmla="*/ 333187 w 338982"/>
                <a:gd name="connsiteY1" fmla="*/ 215247 h 290177"/>
                <a:gd name="connsiteX2" fmla="*/ 336362 w 338982"/>
                <a:gd name="connsiteY2" fmla="*/ 155557 h 290177"/>
                <a:gd name="connsiteX3" fmla="*/ 317312 w 338982"/>
                <a:gd name="connsiteY3" fmla="*/ 83802 h 290177"/>
                <a:gd name="connsiteX4" fmla="*/ 270322 w 338982"/>
                <a:gd name="connsiteY4" fmla="*/ 31097 h 290177"/>
                <a:gd name="connsiteX5" fmla="*/ 202377 w 338982"/>
                <a:gd name="connsiteY5" fmla="*/ 3157 h 290177"/>
                <a:gd name="connsiteX6" fmla="*/ 116652 w 338982"/>
                <a:gd name="connsiteY6" fmla="*/ 5062 h 290177"/>
                <a:gd name="connsiteX7" fmla="*/ 51247 w 338982"/>
                <a:gd name="connsiteY7" fmla="*/ 42527 h 290177"/>
                <a:gd name="connsiteX8" fmla="*/ 8067 w 338982"/>
                <a:gd name="connsiteY8" fmla="*/ 111107 h 290177"/>
                <a:gd name="connsiteX9" fmla="*/ 3622 w 338982"/>
                <a:gd name="connsiteY9" fmla="*/ 191752 h 290177"/>
                <a:gd name="connsiteX10" fmla="*/ 48141 w 338982"/>
                <a:gd name="connsiteY10" fmla="*/ 256819 h 290177"/>
                <a:gd name="connsiteX11" fmla="*/ 114112 w 338982"/>
                <a:gd name="connsiteY11" fmla="*/ 290177 h 290177"/>
                <a:gd name="connsiteX0" fmla="*/ 284927 w 336647"/>
                <a:gd name="connsiteY0" fmla="*/ 276207 h 290177"/>
                <a:gd name="connsiteX1" fmla="*/ 325567 w 336647"/>
                <a:gd name="connsiteY1" fmla="*/ 217152 h 290177"/>
                <a:gd name="connsiteX2" fmla="*/ 336362 w 336647"/>
                <a:gd name="connsiteY2" fmla="*/ 155557 h 290177"/>
                <a:gd name="connsiteX3" fmla="*/ 317312 w 336647"/>
                <a:gd name="connsiteY3" fmla="*/ 83802 h 290177"/>
                <a:gd name="connsiteX4" fmla="*/ 270322 w 336647"/>
                <a:gd name="connsiteY4" fmla="*/ 31097 h 290177"/>
                <a:gd name="connsiteX5" fmla="*/ 202377 w 336647"/>
                <a:gd name="connsiteY5" fmla="*/ 3157 h 290177"/>
                <a:gd name="connsiteX6" fmla="*/ 116652 w 336647"/>
                <a:gd name="connsiteY6" fmla="*/ 5062 h 290177"/>
                <a:gd name="connsiteX7" fmla="*/ 51247 w 336647"/>
                <a:gd name="connsiteY7" fmla="*/ 42527 h 290177"/>
                <a:gd name="connsiteX8" fmla="*/ 8067 w 336647"/>
                <a:gd name="connsiteY8" fmla="*/ 111107 h 290177"/>
                <a:gd name="connsiteX9" fmla="*/ 3622 w 336647"/>
                <a:gd name="connsiteY9" fmla="*/ 191752 h 290177"/>
                <a:gd name="connsiteX10" fmla="*/ 48141 w 336647"/>
                <a:gd name="connsiteY10" fmla="*/ 256819 h 290177"/>
                <a:gd name="connsiteX11" fmla="*/ 114112 w 336647"/>
                <a:gd name="connsiteY11" fmla="*/ 290177 h 290177"/>
                <a:gd name="connsiteX0" fmla="*/ 271592 w 336804"/>
                <a:gd name="connsiteY0" fmla="*/ 285732 h 290177"/>
                <a:gd name="connsiteX1" fmla="*/ 325567 w 336804"/>
                <a:gd name="connsiteY1" fmla="*/ 217152 h 290177"/>
                <a:gd name="connsiteX2" fmla="*/ 336362 w 336804"/>
                <a:gd name="connsiteY2" fmla="*/ 155557 h 290177"/>
                <a:gd name="connsiteX3" fmla="*/ 317312 w 336804"/>
                <a:gd name="connsiteY3" fmla="*/ 83802 h 290177"/>
                <a:gd name="connsiteX4" fmla="*/ 270322 w 336804"/>
                <a:gd name="connsiteY4" fmla="*/ 31097 h 290177"/>
                <a:gd name="connsiteX5" fmla="*/ 202377 w 336804"/>
                <a:gd name="connsiteY5" fmla="*/ 3157 h 290177"/>
                <a:gd name="connsiteX6" fmla="*/ 116652 w 336804"/>
                <a:gd name="connsiteY6" fmla="*/ 5062 h 290177"/>
                <a:gd name="connsiteX7" fmla="*/ 51247 w 336804"/>
                <a:gd name="connsiteY7" fmla="*/ 42527 h 290177"/>
                <a:gd name="connsiteX8" fmla="*/ 8067 w 336804"/>
                <a:gd name="connsiteY8" fmla="*/ 111107 h 290177"/>
                <a:gd name="connsiteX9" fmla="*/ 3622 w 336804"/>
                <a:gd name="connsiteY9" fmla="*/ 191752 h 290177"/>
                <a:gd name="connsiteX10" fmla="*/ 48141 w 336804"/>
                <a:gd name="connsiteY10" fmla="*/ 256819 h 290177"/>
                <a:gd name="connsiteX11" fmla="*/ 114112 w 336804"/>
                <a:gd name="connsiteY11" fmla="*/ 290177 h 290177"/>
                <a:gd name="connsiteX0" fmla="*/ 271035 w 336247"/>
                <a:gd name="connsiteY0" fmla="*/ 285732 h 290177"/>
                <a:gd name="connsiteX1" fmla="*/ 325010 w 336247"/>
                <a:gd name="connsiteY1" fmla="*/ 217152 h 290177"/>
                <a:gd name="connsiteX2" fmla="*/ 335805 w 336247"/>
                <a:gd name="connsiteY2" fmla="*/ 155557 h 290177"/>
                <a:gd name="connsiteX3" fmla="*/ 316755 w 336247"/>
                <a:gd name="connsiteY3" fmla="*/ 83802 h 290177"/>
                <a:gd name="connsiteX4" fmla="*/ 269765 w 336247"/>
                <a:gd name="connsiteY4" fmla="*/ 31097 h 290177"/>
                <a:gd name="connsiteX5" fmla="*/ 201820 w 336247"/>
                <a:gd name="connsiteY5" fmla="*/ 3157 h 290177"/>
                <a:gd name="connsiteX6" fmla="*/ 116095 w 336247"/>
                <a:gd name="connsiteY6" fmla="*/ 5062 h 290177"/>
                <a:gd name="connsiteX7" fmla="*/ 50690 w 336247"/>
                <a:gd name="connsiteY7" fmla="*/ 42527 h 290177"/>
                <a:gd name="connsiteX8" fmla="*/ 7510 w 336247"/>
                <a:gd name="connsiteY8" fmla="*/ 111107 h 290177"/>
                <a:gd name="connsiteX9" fmla="*/ 3065 w 336247"/>
                <a:gd name="connsiteY9" fmla="*/ 191752 h 290177"/>
                <a:gd name="connsiteX10" fmla="*/ 39964 w 336247"/>
                <a:gd name="connsiteY10" fmla="*/ 247294 h 290177"/>
                <a:gd name="connsiteX11" fmla="*/ 113555 w 336247"/>
                <a:gd name="connsiteY11" fmla="*/ 290177 h 290177"/>
                <a:gd name="connsiteX0" fmla="*/ 271035 w 336247"/>
                <a:gd name="connsiteY0" fmla="*/ 285732 h 286367"/>
                <a:gd name="connsiteX1" fmla="*/ 325010 w 336247"/>
                <a:gd name="connsiteY1" fmla="*/ 217152 h 286367"/>
                <a:gd name="connsiteX2" fmla="*/ 335805 w 336247"/>
                <a:gd name="connsiteY2" fmla="*/ 155557 h 286367"/>
                <a:gd name="connsiteX3" fmla="*/ 316755 w 336247"/>
                <a:gd name="connsiteY3" fmla="*/ 83802 h 286367"/>
                <a:gd name="connsiteX4" fmla="*/ 269765 w 336247"/>
                <a:gd name="connsiteY4" fmla="*/ 31097 h 286367"/>
                <a:gd name="connsiteX5" fmla="*/ 201820 w 336247"/>
                <a:gd name="connsiteY5" fmla="*/ 3157 h 286367"/>
                <a:gd name="connsiteX6" fmla="*/ 116095 w 336247"/>
                <a:gd name="connsiteY6" fmla="*/ 5062 h 286367"/>
                <a:gd name="connsiteX7" fmla="*/ 50690 w 336247"/>
                <a:gd name="connsiteY7" fmla="*/ 42527 h 286367"/>
                <a:gd name="connsiteX8" fmla="*/ 7510 w 336247"/>
                <a:gd name="connsiteY8" fmla="*/ 111107 h 286367"/>
                <a:gd name="connsiteX9" fmla="*/ 3065 w 336247"/>
                <a:gd name="connsiteY9" fmla="*/ 191752 h 286367"/>
                <a:gd name="connsiteX10" fmla="*/ 39964 w 336247"/>
                <a:gd name="connsiteY10" fmla="*/ 247294 h 286367"/>
                <a:gd name="connsiteX11" fmla="*/ 100220 w 336247"/>
                <a:gd name="connsiteY11" fmla="*/ 286367 h 286367"/>
                <a:gd name="connsiteX0" fmla="*/ 271035 w 336247"/>
                <a:gd name="connsiteY0" fmla="*/ 285732 h 285732"/>
                <a:gd name="connsiteX1" fmla="*/ 325010 w 336247"/>
                <a:gd name="connsiteY1" fmla="*/ 217152 h 285732"/>
                <a:gd name="connsiteX2" fmla="*/ 335805 w 336247"/>
                <a:gd name="connsiteY2" fmla="*/ 155557 h 285732"/>
                <a:gd name="connsiteX3" fmla="*/ 316755 w 336247"/>
                <a:gd name="connsiteY3" fmla="*/ 83802 h 285732"/>
                <a:gd name="connsiteX4" fmla="*/ 269765 w 336247"/>
                <a:gd name="connsiteY4" fmla="*/ 31097 h 285732"/>
                <a:gd name="connsiteX5" fmla="*/ 201820 w 336247"/>
                <a:gd name="connsiteY5" fmla="*/ 3157 h 285732"/>
                <a:gd name="connsiteX6" fmla="*/ 116095 w 336247"/>
                <a:gd name="connsiteY6" fmla="*/ 5062 h 285732"/>
                <a:gd name="connsiteX7" fmla="*/ 50690 w 336247"/>
                <a:gd name="connsiteY7" fmla="*/ 42527 h 285732"/>
                <a:gd name="connsiteX8" fmla="*/ 7510 w 336247"/>
                <a:gd name="connsiteY8" fmla="*/ 111107 h 285732"/>
                <a:gd name="connsiteX9" fmla="*/ 3065 w 336247"/>
                <a:gd name="connsiteY9" fmla="*/ 191752 h 285732"/>
                <a:gd name="connsiteX10" fmla="*/ 39964 w 336247"/>
                <a:gd name="connsiteY10" fmla="*/ 247294 h 285732"/>
                <a:gd name="connsiteX11" fmla="*/ 100220 w 336247"/>
                <a:gd name="connsiteY11" fmla="*/ 280652 h 28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6247" h="285732">
                  <a:moveTo>
                    <a:pt x="271035" y="285732"/>
                  </a:moveTo>
                  <a:cubicBezTo>
                    <a:pt x="291990" y="268798"/>
                    <a:pt x="314215" y="238848"/>
                    <a:pt x="325010" y="217152"/>
                  </a:cubicBezTo>
                  <a:cubicBezTo>
                    <a:pt x="335805" y="195456"/>
                    <a:pt x="337181" y="177782"/>
                    <a:pt x="335805" y="155557"/>
                  </a:cubicBezTo>
                  <a:cubicBezTo>
                    <a:pt x="334429" y="133332"/>
                    <a:pt x="327762" y="104545"/>
                    <a:pt x="316755" y="83802"/>
                  </a:cubicBezTo>
                  <a:cubicBezTo>
                    <a:pt x="305748" y="63059"/>
                    <a:pt x="288921" y="44538"/>
                    <a:pt x="269765" y="31097"/>
                  </a:cubicBezTo>
                  <a:cubicBezTo>
                    <a:pt x="250609" y="17656"/>
                    <a:pt x="227432" y="7496"/>
                    <a:pt x="201820" y="3157"/>
                  </a:cubicBezTo>
                  <a:cubicBezTo>
                    <a:pt x="176208" y="-1182"/>
                    <a:pt x="141283" y="-1500"/>
                    <a:pt x="116095" y="5062"/>
                  </a:cubicBezTo>
                  <a:cubicBezTo>
                    <a:pt x="90907" y="11624"/>
                    <a:pt x="68788" y="24853"/>
                    <a:pt x="50690" y="42527"/>
                  </a:cubicBezTo>
                  <a:cubicBezTo>
                    <a:pt x="32593" y="60201"/>
                    <a:pt x="15447" y="86236"/>
                    <a:pt x="7510" y="111107"/>
                  </a:cubicBezTo>
                  <a:cubicBezTo>
                    <a:pt x="-427" y="135978"/>
                    <a:pt x="-2344" y="169054"/>
                    <a:pt x="3065" y="191752"/>
                  </a:cubicBezTo>
                  <a:cubicBezTo>
                    <a:pt x="8474" y="214450"/>
                    <a:pt x="23772" y="233112"/>
                    <a:pt x="39964" y="247294"/>
                  </a:cubicBezTo>
                  <a:cubicBezTo>
                    <a:pt x="56157" y="261476"/>
                    <a:pt x="91447" y="274140"/>
                    <a:pt x="100220" y="28065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43" name="Straight Connector 42"/>
            <p:cNvCxnSpPr>
              <a:endCxn id="38" idx="11"/>
            </p:cNvCxnSpPr>
            <p:nvPr/>
          </p:nvCxnSpPr>
          <p:spPr>
            <a:xfrm>
              <a:off x="5534025" y="1088400"/>
              <a:ext cx="24061" cy="91768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>
              <a:stCxn id="38" idx="11"/>
            </p:cNvCxnSpPr>
            <p:nvPr/>
          </p:nvCxnSpPr>
          <p:spPr>
            <a:xfrm flipH="1">
              <a:off x="5466819" y="1180168"/>
              <a:ext cx="91267" cy="17143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Freeform 59"/>
          <p:cNvSpPr/>
          <p:nvPr/>
        </p:nvSpPr>
        <p:spPr>
          <a:xfrm>
            <a:off x="5016886" y="4964596"/>
            <a:ext cx="105720" cy="24749"/>
          </a:xfrm>
          <a:custGeom>
            <a:avLst/>
            <a:gdLst>
              <a:gd name="connsiteX0" fmla="*/ 0 w 309880"/>
              <a:gd name="connsiteY0" fmla="*/ 40665 h 45745"/>
              <a:gd name="connsiteX1" fmla="*/ 101600 w 309880"/>
              <a:gd name="connsiteY1" fmla="*/ 25 h 45745"/>
              <a:gd name="connsiteX2" fmla="*/ 198120 w 309880"/>
              <a:gd name="connsiteY2" fmla="*/ 45745 h 45745"/>
              <a:gd name="connsiteX3" fmla="*/ 309880 w 309880"/>
              <a:gd name="connsiteY3" fmla="*/ 25 h 45745"/>
              <a:gd name="connsiteX0" fmla="*/ 0 w 309880"/>
              <a:gd name="connsiteY0" fmla="*/ 40704 h 40704"/>
              <a:gd name="connsiteX1" fmla="*/ 101600 w 309880"/>
              <a:gd name="connsiteY1" fmla="*/ 64 h 40704"/>
              <a:gd name="connsiteX2" fmla="*/ 219309 w 309880"/>
              <a:gd name="connsiteY2" fmla="*/ 30535 h 40704"/>
              <a:gd name="connsiteX3" fmla="*/ 309880 w 309880"/>
              <a:gd name="connsiteY3" fmla="*/ 64 h 40704"/>
              <a:gd name="connsiteX0" fmla="*/ 0 w 309880"/>
              <a:gd name="connsiteY0" fmla="*/ 27325 h 30499"/>
              <a:gd name="connsiteX1" fmla="*/ 101600 w 309880"/>
              <a:gd name="connsiteY1" fmla="*/ 28 h 30499"/>
              <a:gd name="connsiteX2" fmla="*/ 219309 w 309880"/>
              <a:gd name="connsiteY2" fmla="*/ 30499 h 30499"/>
              <a:gd name="connsiteX3" fmla="*/ 309880 w 309880"/>
              <a:gd name="connsiteY3" fmla="*/ 28 h 30499"/>
              <a:gd name="connsiteX0" fmla="*/ 0 w 309880"/>
              <a:gd name="connsiteY0" fmla="*/ 27303 h 27303"/>
              <a:gd name="connsiteX1" fmla="*/ 101600 w 309880"/>
              <a:gd name="connsiteY1" fmla="*/ 6 h 27303"/>
              <a:gd name="connsiteX2" fmla="*/ 224606 w 309880"/>
              <a:gd name="connsiteY2" fmla="*/ 24759 h 27303"/>
              <a:gd name="connsiteX3" fmla="*/ 309880 w 309880"/>
              <a:gd name="connsiteY3" fmla="*/ 6 h 27303"/>
              <a:gd name="connsiteX0" fmla="*/ 0 w 293988"/>
              <a:gd name="connsiteY0" fmla="*/ 23495 h 24763"/>
              <a:gd name="connsiteX1" fmla="*/ 85708 w 293988"/>
              <a:gd name="connsiteY1" fmla="*/ 10 h 24763"/>
              <a:gd name="connsiteX2" fmla="*/ 208714 w 293988"/>
              <a:gd name="connsiteY2" fmla="*/ 24763 h 24763"/>
              <a:gd name="connsiteX3" fmla="*/ 293988 w 293988"/>
              <a:gd name="connsiteY3" fmla="*/ 10 h 24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988" h="24763">
                <a:moveTo>
                  <a:pt x="0" y="23495"/>
                </a:moveTo>
                <a:cubicBezTo>
                  <a:pt x="34290" y="2751"/>
                  <a:pt x="50922" y="-201"/>
                  <a:pt x="85708" y="10"/>
                </a:cubicBezTo>
                <a:cubicBezTo>
                  <a:pt x="120494" y="221"/>
                  <a:pt x="174001" y="24763"/>
                  <a:pt x="208714" y="24763"/>
                </a:cubicBezTo>
                <a:cubicBezTo>
                  <a:pt x="243427" y="24763"/>
                  <a:pt x="293988" y="10"/>
                  <a:pt x="293988" y="10"/>
                </a:cubicBez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8" name="Rounded Rectangle 257"/>
          <p:cNvSpPr/>
          <p:nvPr/>
        </p:nvSpPr>
        <p:spPr>
          <a:xfrm>
            <a:off x="5727802" y="842569"/>
            <a:ext cx="3265796" cy="4494860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5" name="Rounded Rectangle 124"/>
          <p:cNvSpPr/>
          <p:nvPr/>
        </p:nvSpPr>
        <p:spPr>
          <a:xfrm>
            <a:off x="8400061" y="3680566"/>
            <a:ext cx="2355943" cy="1676756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28" tIns="7228" rIns="7228" bIns="7228" rtlCol="0" anchor="t"/>
          <a:lstStyle/>
          <a:p>
            <a:pPr algn="ctr"/>
            <a:r>
              <a:rPr lang="en-AU" sz="730" b="1" dirty="0">
                <a:solidFill>
                  <a:schemeClr val="tx1"/>
                </a:solidFill>
              </a:rPr>
              <a:t>Guidelines: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AU" sz="730" dirty="0">
                <a:solidFill>
                  <a:schemeClr val="tx1"/>
                </a:solidFill>
              </a:rPr>
              <a:t>Select icons you wish to use, and copy them as needed (CTRL + C) onto a new page.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AU" sz="730" dirty="0">
                <a:solidFill>
                  <a:schemeClr val="tx1"/>
                </a:solidFill>
              </a:rPr>
              <a:t>Add more </a:t>
            </a:r>
            <a:r>
              <a:rPr lang="en-AU" sz="730" dirty="0">
                <a:solidFill>
                  <a:schemeClr val="accent2"/>
                </a:solidFill>
              </a:rPr>
              <a:t>swim-lanes</a:t>
            </a:r>
            <a:r>
              <a:rPr lang="en-AU" sz="730" dirty="0">
                <a:solidFill>
                  <a:schemeClr val="tx1"/>
                </a:solidFill>
              </a:rPr>
              <a:t> by selecting the lane, going to Layout &gt; (Rows &amp; Columns) &gt; “Insert below”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AU" sz="730" dirty="0">
                <a:solidFill>
                  <a:schemeClr val="tx1"/>
                </a:solidFill>
              </a:rPr>
              <a:t>Add any </a:t>
            </a:r>
            <a:r>
              <a:rPr lang="en-AU" sz="730" dirty="0">
                <a:solidFill>
                  <a:schemeClr val="accent2"/>
                </a:solidFill>
              </a:rPr>
              <a:t>Activity </a:t>
            </a:r>
            <a:r>
              <a:rPr lang="en-AU" sz="730" dirty="0">
                <a:solidFill>
                  <a:schemeClr val="tx1"/>
                </a:solidFill>
              </a:rPr>
              <a:t>icon to the </a:t>
            </a:r>
            <a:r>
              <a:rPr lang="en-AU" sz="730" dirty="0">
                <a:solidFill>
                  <a:schemeClr val="accent2"/>
                </a:solidFill>
              </a:rPr>
              <a:t>Activity type</a:t>
            </a:r>
            <a:r>
              <a:rPr lang="en-AU" sz="730" dirty="0">
                <a:solidFill>
                  <a:schemeClr val="tx1"/>
                </a:solidFill>
              </a:rPr>
              <a:t> you want, then right-click and select Group to stick them together.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AU" sz="730" dirty="0">
                <a:solidFill>
                  <a:schemeClr val="tx1"/>
                </a:solidFill>
              </a:rPr>
              <a:t>Add the </a:t>
            </a:r>
            <a:r>
              <a:rPr lang="en-AU" sz="730" dirty="0">
                <a:solidFill>
                  <a:schemeClr val="accent2"/>
                </a:solidFill>
              </a:rPr>
              <a:t>Events </a:t>
            </a:r>
            <a:r>
              <a:rPr lang="en-AU" sz="730" dirty="0">
                <a:solidFill>
                  <a:schemeClr val="tx1"/>
                </a:solidFill>
              </a:rPr>
              <a:t>icon you want to its </a:t>
            </a:r>
            <a:r>
              <a:rPr lang="en-AU" sz="730" dirty="0">
                <a:solidFill>
                  <a:schemeClr val="accent2"/>
                </a:solidFill>
              </a:rPr>
              <a:t>Start/Intermediate/End circle</a:t>
            </a:r>
            <a:r>
              <a:rPr lang="en-AU" sz="730" dirty="0">
                <a:solidFill>
                  <a:schemeClr val="tx1"/>
                </a:solidFill>
              </a:rPr>
              <a:t>, right click and select “Group” to stick them together.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AU" sz="730" dirty="0">
                <a:solidFill>
                  <a:schemeClr val="tx1"/>
                </a:solidFill>
              </a:rPr>
              <a:t>To change the </a:t>
            </a:r>
            <a:r>
              <a:rPr lang="en-AU" sz="730" dirty="0">
                <a:solidFill>
                  <a:schemeClr val="accent2"/>
                </a:solidFill>
              </a:rPr>
              <a:t>canvas size </a:t>
            </a:r>
            <a:r>
              <a:rPr lang="en-AU" sz="730" dirty="0">
                <a:solidFill>
                  <a:schemeClr val="tx1"/>
                </a:solidFill>
              </a:rPr>
              <a:t>go to: Design &gt; Slide size &gt; Custom Size. </a:t>
            </a:r>
          </a:p>
          <a:p>
            <a:r>
              <a:rPr lang="en-AU" sz="73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© David McLachlan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3786163" y="842569"/>
            <a:ext cx="1943293" cy="4553136"/>
          </a:xfrm>
          <a:prstGeom prst="roundRect">
            <a:avLst>
              <a:gd name="adj" fmla="val 26156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5925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4147906-0103-4FCE-9B48-82A88CE0B296}"/>
              </a:ext>
            </a:extLst>
          </p:cNvPr>
          <p:cNvSpPr/>
          <p:nvPr/>
        </p:nvSpPr>
        <p:spPr>
          <a:xfrm>
            <a:off x="425035" y="64499"/>
            <a:ext cx="263012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BPMN Chart Example</a:t>
            </a:r>
            <a:endParaRPr lang="en-AU" sz="14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297594" y="392212"/>
            <a:ext cx="10199353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988078"/>
              </p:ext>
            </p:extLst>
          </p:nvPr>
        </p:nvGraphicFramePr>
        <p:xfrm>
          <a:off x="9063849" y="4794757"/>
          <a:ext cx="149343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3777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EXAMPLE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543473083"/>
              </p:ext>
            </p:extLst>
          </p:nvPr>
        </p:nvGraphicFramePr>
        <p:xfrm>
          <a:off x="1415211" y="1176553"/>
          <a:ext cx="7937069" cy="30986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4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2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0127">
                <a:tc>
                  <a:txBody>
                    <a:bodyPr/>
                    <a:lstStyle/>
                    <a:p>
                      <a:pPr algn="ctr" defTabSz="715963">
                        <a:tabLst/>
                      </a:pPr>
                      <a:r>
                        <a:rPr lang="en-AU" sz="800" dirty="0"/>
                        <a:t>Customer</a:t>
                      </a:r>
                    </a:p>
                  </a:txBody>
                  <a:tcPr marL="18000" marR="18000" marT="18000" marB="18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250">
                <a:tc>
                  <a:txBody>
                    <a:bodyPr/>
                    <a:lstStyle/>
                    <a:p>
                      <a:pPr algn="ctr" defTabSz="715963">
                        <a:tabLst/>
                      </a:pPr>
                      <a:r>
                        <a:rPr lang="en-AU" sz="800" dirty="0"/>
                        <a:t>Waiter</a:t>
                      </a:r>
                    </a:p>
                  </a:txBody>
                  <a:tcPr marL="18000" marR="18000" marT="18000" marB="18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250">
                <a:tc>
                  <a:txBody>
                    <a:bodyPr/>
                    <a:lstStyle/>
                    <a:p>
                      <a:pPr algn="ctr" defTabSz="715963">
                        <a:tabLst/>
                      </a:pPr>
                      <a:r>
                        <a:rPr lang="en-AU" sz="800" dirty="0"/>
                        <a:t>Chef</a:t>
                      </a:r>
                    </a:p>
                  </a:txBody>
                  <a:tcPr marL="18000" marR="18000" marT="18000" marB="18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188944" y="1176552"/>
            <a:ext cx="226267" cy="3098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8000" tIns="18000" rIns="18000" bIns="18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Restaurant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1724" y="1703143"/>
            <a:ext cx="639799" cy="4367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</a:rPr>
              <a:t>Order Pizza</a:t>
            </a:r>
            <a:endParaRPr lang="en-AU" sz="900" dirty="0">
              <a:solidFill>
                <a:schemeClr val="tx1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347892" y="1747892"/>
            <a:ext cx="340745" cy="347280"/>
            <a:chOff x="2836151" y="2469414"/>
            <a:chExt cx="459258" cy="468066"/>
          </a:xfrm>
          <a:solidFill>
            <a:schemeClr val="bg1"/>
          </a:solidFill>
        </p:grpSpPr>
        <p:sp>
          <p:nvSpPr>
            <p:cNvPr id="9" name="Diamond 8"/>
            <p:cNvSpPr/>
            <p:nvPr/>
          </p:nvSpPr>
          <p:spPr>
            <a:xfrm>
              <a:off x="2836151" y="2469414"/>
              <a:ext cx="459258" cy="468066"/>
            </a:xfrm>
            <a:prstGeom prst="diamond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tIns="7200" rIns="7200" bIns="7200" rtlCol="0" anchor="ctr"/>
            <a:lstStyle/>
            <a:p>
              <a:pPr algn="ctr"/>
              <a:endParaRPr lang="en-AU"/>
            </a:p>
          </p:txBody>
        </p:sp>
        <p:cxnSp>
          <p:nvCxnSpPr>
            <p:cNvPr id="11" name="Straight Connector 10"/>
            <p:cNvCxnSpPr/>
            <p:nvPr/>
          </p:nvCxnSpPr>
          <p:spPr>
            <a:xfrm flipH="1">
              <a:off x="2943490" y="2703950"/>
              <a:ext cx="245364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067685" y="2581535"/>
              <a:ext cx="0" cy="25525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Oval 12"/>
          <p:cNvSpPr/>
          <p:nvPr/>
        </p:nvSpPr>
        <p:spPr>
          <a:xfrm>
            <a:off x="1941355" y="1776092"/>
            <a:ext cx="293679" cy="29367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Elbow Connector 13"/>
          <p:cNvCxnSpPr>
            <a:stCxn id="13" idx="6"/>
            <a:endCxn id="7" idx="1"/>
          </p:cNvCxnSpPr>
          <p:nvPr/>
        </p:nvCxnSpPr>
        <p:spPr>
          <a:xfrm flipV="1">
            <a:off x="2235034" y="1921533"/>
            <a:ext cx="246690" cy="139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7" idx="3"/>
            <a:endCxn id="9" idx="1"/>
          </p:cNvCxnSpPr>
          <p:nvPr/>
        </p:nvCxnSpPr>
        <p:spPr>
          <a:xfrm flipV="1">
            <a:off x="3121523" y="1921532"/>
            <a:ext cx="226369" cy="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1878348" y="2153474"/>
            <a:ext cx="405186" cy="14407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700" dirty="0"/>
              <a:t>Hungry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98364" y="2847724"/>
            <a:ext cx="639799" cy="4367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</a:rPr>
              <a:t>Take the order</a:t>
            </a:r>
            <a:endParaRPr lang="en-AU" sz="900" dirty="0">
              <a:solidFill>
                <a:schemeClr val="tx1"/>
              </a:solidFill>
            </a:endParaRPr>
          </a:p>
        </p:txBody>
      </p:sp>
      <p:cxnSp>
        <p:nvCxnSpPr>
          <p:cNvPr id="21" name="Elbow Connector 20"/>
          <p:cNvCxnSpPr>
            <a:stCxn id="9" idx="2"/>
            <a:endCxn id="20" idx="0"/>
          </p:cNvCxnSpPr>
          <p:nvPr/>
        </p:nvCxnSpPr>
        <p:spPr>
          <a:xfrm rot="5400000">
            <a:off x="3141989" y="2471448"/>
            <a:ext cx="752552" cy="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3936223" y="1755512"/>
            <a:ext cx="331070" cy="331070"/>
            <a:chOff x="3194543" y="1806312"/>
            <a:chExt cx="331070" cy="331070"/>
          </a:xfrm>
        </p:grpSpPr>
        <p:grpSp>
          <p:nvGrpSpPr>
            <p:cNvPr id="24" name="Group 23"/>
            <p:cNvGrpSpPr/>
            <p:nvPr/>
          </p:nvGrpSpPr>
          <p:grpSpPr>
            <a:xfrm>
              <a:off x="3194543" y="1806312"/>
              <a:ext cx="331070" cy="331070"/>
              <a:chOff x="6255940" y="1291590"/>
              <a:chExt cx="331070" cy="331070"/>
            </a:xfrm>
            <a:solidFill>
              <a:schemeClr val="bg1"/>
            </a:solidFill>
          </p:grpSpPr>
          <p:sp>
            <p:nvSpPr>
              <p:cNvPr id="25" name="Oval 24"/>
              <p:cNvSpPr/>
              <p:nvPr/>
            </p:nvSpPr>
            <p:spPr>
              <a:xfrm>
                <a:off x="6255940" y="1291590"/>
                <a:ext cx="331070" cy="33107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6286928" y="1322331"/>
                <a:ext cx="267700" cy="26770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500" dirty="0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3255161" y="1862967"/>
              <a:ext cx="208440" cy="219727"/>
              <a:chOff x="5594583" y="2959840"/>
              <a:chExt cx="318348" cy="318348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5594583" y="2959840"/>
                <a:ext cx="318348" cy="31834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29" name="Straight Connector 28"/>
              <p:cNvCxnSpPr>
                <a:stCxn id="28" idx="7"/>
              </p:cNvCxnSpPr>
              <p:nvPr/>
            </p:nvCxnSpPr>
            <p:spPr>
              <a:xfrm flipH="1">
                <a:off x="5840421" y="3006461"/>
                <a:ext cx="25889" cy="2375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28" idx="6"/>
              </p:cNvCxnSpPr>
              <p:nvPr/>
            </p:nvCxnSpPr>
            <p:spPr>
              <a:xfrm>
                <a:off x="5880735" y="3119014"/>
                <a:ext cx="3219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endCxn id="28" idx="5"/>
              </p:cNvCxnSpPr>
              <p:nvPr/>
            </p:nvCxnSpPr>
            <p:spPr>
              <a:xfrm>
                <a:off x="5840421" y="3207809"/>
                <a:ext cx="25889" cy="2375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>
                <a:stCxn id="28" idx="0"/>
              </p:cNvCxnSpPr>
              <p:nvPr/>
            </p:nvCxnSpPr>
            <p:spPr>
              <a:xfrm flipH="1">
                <a:off x="5753589" y="2959840"/>
                <a:ext cx="168" cy="3101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>
                <a:stCxn id="28" idx="1"/>
              </p:cNvCxnSpPr>
              <p:nvPr/>
            </p:nvCxnSpPr>
            <p:spPr>
              <a:xfrm>
                <a:off x="5641204" y="3006461"/>
                <a:ext cx="25665" cy="23759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28" idx="2"/>
              </p:cNvCxnSpPr>
              <p:nvPr/>
            </p:nvCxnSpPr>
            <p:spPr>
              <a:xfrm>
                <a:off x="5594583" y="3119014"/>
                <a:ext cx="28977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>
                <a:stCxn id="28" idx="3"/>
              </p:cNvCxnSpPr>
              <p:nvPr/>
            </p:nvCxnSpPr>
            <p:spPr>
              <a:xfrm flipV="1">
                <a:off x="5641204" y="3207809"/>
                <a:ext cx="25665" cy="2375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>
                <a:endCxn id="28" idx="4"/>
              </p:cNvCxnSpPr>
              <p:nvPr/>
            </p:nvCxnSpPr>
            <p:spPr>
              <a:xfrm>
                <a:off x="5753589" y="3248025"/>
                <a:ext cx="168" cy="3016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5662849" y="3125364"/>
                <a:ext cx="88627" cy="0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 flipV="1">
                <a:off x="5754015" y="3030221"/>
                <a:ext cx="32327" cy="90700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9" name="Elbow Connector 38"/>
          <p:cNvCxnSpPr>
            <a:stCxn id="9" idx="3"/>
            <a:endCxn id="25" idx="2"/>
          </p:cNvCxnSpPr>
          <p:nvPr/>
        </p:nvCxnSpPr>
        <p:spPr>
          <a:xfrm flipV="1">
            <a:off x="3688637" y="1921047"/>
            <a:ext cx="247586" cy="48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3896975" y="2159108"/>
            <a:ext cx="405186" cy="14407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700" dirty="0"/>
              <a:t>15 mins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4521864" y="1743784"/>
            <a:ext cx="346002" cy="352638"/>
            <a:chOff x="2838726" y="1021080"/>
            <a:chExt cx="459258" cy="468066"/>
          </a:xfrm>
          <a:solidFill>
            <a:schemeClr val="bg1"/>
          </a:solidFill>
        </p:grpSpPr>
        <p:sp>
          <p:nvSpPr>
            <p:cNvPr id="45" name="Diamond 44"/>
            <p:cNvSpPr/>
            <p:nvPr/>
          </p:nvSpPr>
          <p:spPr>
            <a:xfrm>
              <a:off x="2838726" y="1021080"/>
              <a:ext cx="459258" cy="468066"/>
            </a:xfrm>
            <a:prstGeom prst="diamond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tIns="7200" rIns="7200" bIns="7200" rtlCol="0" anchor="ctr"/>
            <a:lstStyle/>
            <a:p>
              <a:pPr algn="ctr"/>
              <a:endParaRPr lang="en-AU"/>
            </a:p>
          </p:txBody>
        </p:sp>
        <p:cxnSp>
          <p:nvCxnSpPr>
            <p:cNvPr id="47" name="Straight Connector 46"/>
            <p:cNvCxnSpPr/>
            <p:nvPr/>
          </p:nvCxnSpPr>
          <p:spPr>
            <a:xfrm flipH="1">
              <a:off x="2976880" y="1164226"/>
              <a:ext cx="177801" cy="176894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2983231" y="1164226"/>
              <a:ext cx="171450" cy="176894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Oval 48"/>
          <p:cNvSpPr/>
          <p:nvPr/>
        </p:nvSpPr>
        <p:spPr>
          <a:xfrm>
            <a:off x="5155291" y="2225511"/>
            <a:ext cx="278930" cy="27893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0" name="Elbow Connector 49"/>
          <p:cNvCxnSpPr>
            <a:stCxn id="25" idx="6"/>
            <a:endCxn id="45" idx="1"/>
          </p:cNvCxnSpPr>
          <p:nvPr/>
        </p:nvCxnSpPr>
        <p:spPr>
          <a:xfrm flipV="1">
            <a:off x="4267293" y="1920103"/>
            <a:ext cx="254571" cy="94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/>
          <p:cNvCxnSpPr>
            <a:stCxn id="45" idx="2"/>
            <a:endCxn id="49" idx="2"/>
          </p:cNvCxnSpPr>
          <p:nvPr/>
        </p:nvCxnSpPr>
        <p:spPr>
          <a:xfrm rot="16200000" flipH="1">
            <a:off x="4790801" y="2000486"/>
            <a:ext cx="268554" cy="46042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499909" y="1703143"/>
            <a:ext cx="639799" cy="4367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</a:rPr>
              <a:t>Flag the Waiter</a:t>
            </a:r>
            <a:endParaRPr lang="en-AU" sz="900" dirty="0">
              <a:solidFill>
                <a:schemeClr val="tx1"/>
              </a:solidFill>
            </a:endParaRPr>
          </a:p>
        </p:txBody>
      </p:sp>
      <p:cxnSp>
        <p:nvCxnSpPr>
          <p:cNvPr id="56" name="Elbow Connector 55"/>
          <p:cNvCxnSpPr>
            <a:stCxn id="45" idx="3"/>
            <a:endCxn id="55" idx="1"/>
          </p:cNvCxnSpPr>
          <p:nvPr/>
        </p:nvCxnSpPr>
        <p:spPr>
          <a:xfrm>
            <a:off x="4867866" y="1920103"/>
            <a:ext cx="632043" cy="143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55" idx="0"/>
            <a:endCxn id="25" idx="0"/>
          </p:cNvCxnSpPr>
          <p:nvPr/>
        </p:nvCxnSpPr>
        <p:spPr>
          <a:xfrm rot="16200000" flipH="1" flipV="1">
            <a:off x="4934599" y="870301"/>
            <a:ext cx="52369" cy="1718051"/>
          </a:xfrm>
          <a:prstGeom prst="bentConnector3">
            <a:avLst>
              <a:gd name="adj1" fmla="val -56262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4393509" y="3668071"/>
            <a:ext cx="639799" cy="4367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</a:rPr>
              <a:t>Prepare the pizza</a:t>
            </a:r>
            <a:endParaRPr lang="en-AU" sz="900" dirty="0">
              <a:solidFill>
                <a:schemeClr val="tx1"/>
              </a:solidFill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499909" y="2850690"/>
            <a:ext cx="639799" cy="4367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</a:rPr>
              <a:t>Bring the pizza</a:t>
            </a:r>
            <a:endParaRPr lang="en-AU" sz="900" dirty="0">
              <a:solidFill>
                <a:schemeClr val="tx1"/>
              </a:solidFill>
            </a:endParaRPr>
          </a:p>
        </p:txBody>
      </p:sp>
      <p:cxnSp>
        <p:nvCxnSpPr>
          <p:cNvPr id="67" name="Elbow Connector 66"/>
          <p:cNvCxnSpPr>
            <a:stCxn id="20" idx="3"/>
            <a:endCxn id="65" idx="1"/>
          </p:cNvCxnSpPr>
          <p:nvPr/>
        </p:nvCxnSpPr>
        <p:spPr>
          <a:xfrm>
            <a:off x="3838163" y="3066114"/>
            <a:ext cx="555346" cy="82034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/>
          <p:cNvCxnSpPr>
            <a:stCxn id="65" idx="3"/>
            <a:endCxn id="66" idx="1"/>
          </p:cNvCxnSpPr>
          <p:nvPr/>
        </p:nvCxnSpPr>
        <p:spPr>
          <a:xfrm flipV="1">
            <a:off x="5033308" y="3069080"/>
            <a:ext cx="466601" cy="81738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6538497" y="1703141"/>
            <a:ext cx="639799" cy="4367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</a:rPr>
              <a:t>Receive pizza</a:t>
            </a:r>
            <a:endParaRPr lang="en-AU" sz="900" dirty="0">
              <a:solidFill>
                <a:schemeClr val="tx1"/>
              </a:solidFill>
            </a:endParaRPr>
          </a:p>
        </p:txBody>
      </p:sp>
      <p:cxnSp>
        <p:nvCxnSpPr>
          <p:cNvPr id="74" name="Elbow Connector 73"/>
          <p:cNvCxnSpPr>
            <a:stCxn id="66" idx="3"/>
            <a:endCxn id="73" idx="1"/>
          </p:cNvCxnSpPr>
          <p:nvPr/>
        </p:nvCxnSpPr>
        <p:spPr>
          <a:xfrm flipV="1">
            <a:off x="6139708" y="1921531"/>
            <a:ext cx="398789" cy="114754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/>
          <p:cNvCxnSpPr>
            <a:stCxn id="73" idx="3"/>
            <a:endCxn id="78" idx="1"/>
          </p:cNvCxnSpPr>
          <p:nvPr/>
        </p:nvCxnSpPr>
        <p:spPr>
          <a:xfrm flipV="1">
            <a:off x="7178296" y="1920103"/>
            <a:ext cx="317620" cy="142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495916" y="1701713"/>
            <a:ext cx="639799" cy="4367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</a:rPr>
              <a:t>Eat pizza</a:t>
            </a:r>
            <a:endParaRPr lang="en-AU" sz="900" dirty="0">
              <a:solidFill>
                <a:schemeClr val="tx1"/>
              </a:solidFill>
            </a:endParaRPr>
          </a:p>
        </p:txBody>
      </p:sp>
      <p:sp>
        <p:nvSpPr>
          <p:cNvPr id="81" name="Oval 80"/>
          <p:cNvSpPr/>
          <p:nvPr/>
        </p:nvSpPr>
        <p:spPr>
          <a:xfrm>
            <a:off x="8390207" y="1780483"/>
            <a:ext cx="278930" cy="27893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2" name="Elbow Connector 81"/>
          <p:cNvCxnSpPr>
            <a:stCxn id="78" idx="3"/>
            <a:endCxn id="81" idx="2"/>
          </p:cNvCxnSpPr>
          <p:nvPr/>
        </p:nvCxnSpPr>
        <p:spPr>
          <a:xfrm flipV="1">
            <a:off x="8135715" y="1919948"/>
            <a:ext cx="254492" cy="15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4502683" y="2423268"/>
            <a:ext cx="592847" cy="14407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700" dirty="0"/>
              <a:t>Pizza received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4921581" y="1630783"/>
            <a:ext cx="456693" cy="25179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700" dirty="0"/>
              <a:t>No pizza received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8327079" y="2138338"/>
            <a:ext cx="405186" cy="14407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700" dirty="0"/>
              <a:t>Satisfied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741404" y="1422162"/>
            <a:ext cx="331070" cy="331070"/>
            <a:chOff x="9385930" y="2002141"/>
            <a:chExt cx="331070" cy="331070"/>
          </a:xfrm>
        </p:grpSpPr>
        <p:grpSp>
          <p:nvGrpSpPr>
            <p:cNvPr id="62" name="Group 61"/>
            <p:cNvGrpSpPr/>
            <p:nvPr/>
          </p:nvGrpSpPr>
          <p:grpSpPr>
            <a:xfrm>
              <a:off x="9385930" y="2002141"/>
              <a:ext cx="331070" cy="331070"/>
              <a:chOff x="6255940" y="1291590"/>
              <a:chExt cx="331070" cy="331070"/>
            </a:xfrm>
            <a:solidFill>
              <a:schemeClr val="bg1"/>
            </a:solidFill>
          </p:grpSpPr>
          <p:sp>
            <p:nvSpPr>
              <p:cNvPr id="63" name="Oval 62"/>
              <p:cNvSpPr/>
              <p:nvPr/>
            </p:nvSpPr>
            <p:spPr>
              <a:xfrm>
                <a:off x="6255940" y="1291590"/>
                <a:ext cx="331070" cy="33107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6286928" y="1322331"/>
                <a:ext cx="267700" cy="26770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500" dirty="0"/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9455061" y="2104753"/>
              <a:ext cx="187960" cy="125729"/>
              <a:chOff x="5553196" y="2703441"/>
              <a:chExt cx="538480" cy="405518"/>
            </a:xfrm>
          </p:grpSpPr>
          <p:sp>
            <p:nvSpPr>
              <p:cNvPr id="69" name="Rectangle 68"/>
              <p:cNvSpPr/>
              <p:nvPr/>
            </p:nvSpPr>
            <p:spPr>
              <a:xfrm>
                <a:off x="5553196" y="2703447"/>
                <a:ext cx="538480" cy="4055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1" name="Isosceles Triangle 70"/>
              <p:cNvSpPr/>
              <p:nvPr/>
            </p:nvSpPr>
            <p:spPr>
              <a:xfrm rot="10800000">
                <a:off x="5595344" y="2703441"/>
                <a:ext cx="455493" cy="265897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</p:grpSp>
      <p:grpSp>
        <p:nvGrpSpPr>
          <p:cNvPr id="72" name="Group 71"/>
          <p:cNvGrpSpPr/>
          <p:nvPr/>
        </p:nvGrpSpPr>
        <p:grpSpPr>
          <a:xfrm>
            <a:off x="2528703" y="1737438"/>
            <a:ext cx="81963" cy="93642"/>
            <a:chOff x="5075545" y="870600"/>
            <a:chExt cx="387943" cy="399748"/>
          </a:xfrm>
        </p:grpSpPr>
        <p:sp>
          <p:nvSpPr>
            <p:cNvPr id="75" name="Freeform 74"/>
            <p:cNvSpPr/>
            <p:nvPr/>
          </p:nvSpPr>
          <p:spPr>
            <a:xfrm>
              <a:off x="5075545" y="1098274"/>
              <a:ext cx="387943" cy="164638"/>
            </a:xfrm>
            <a:custGeom>
              <a:avLst/>
              <a:gdLst>
                <a:gd name="connsiteX0" fmla="*/ 0 w 505968"/>
                <a:gd name="connsiteY0" fmla="*/ 158538 h 164634"/>
                <a:gd name="connsiteX1" fmla="*/ 115824 w 505968"/>
                <a:gd name="connsiteY1" fmla="*/ 42714 h 164634"/>
                <a:gd name="connsiteX2" fmla="*/ 262128 w 505968"/>
                <a:gd name="connsiteY2" fmla="*/ 42 h 164634"/>
                <a:gd name="connsiteX3" fmla="*/ 402336 w 505968"/>
                <a:gd name="connsiteY3" fmla="*/ 48810 h 164634"/>
                <a:gd name="connsiteX4" fmla="*/ 505968 w 505968"/>
                <a:gd name="connsiteY4" fmla="*/ 164634 h 164634"/>
                <a:gd name="connsiteX0" fmla="*/ 0 w 505968"/>
                <a:gd name="connsiteY0" fmla="*/ 158523 h 164619"/>
                <a:gd name="connsiteX1" fmla="*/ 58799 w 505968"/>
                <a:gd name="connsiteY1" fmla="*/ 92478 h 164619"/>
                <a:gd name="connsiteX2" fmla="*/ 115824 w 505968"/>
                <a:gd name="connsiteY2" fmla="*/ 42699 h 164619"/>
                <a:gd name="connsiteX3" fmla="*/ 262128 w 505968"/>
                <a:gd name="connsiteY3" fmla="*/ 27 h 164619"/>
                <a:gd name="connsiteX4" fmla="*/ 402336 w 505968"/>
                <a:gd name="connsiteY4" fmla="*/ 48795 h 164619"/>
                <a:gd name="connsiteX5" fmla="*/ 505968 w 505968"/>
                <a:gd name="connsiteY5" fmla="*/ 164619 h 164619"/>
                <a:gd name="connsiteX0" fmla="*/ 0 w 505968"/>
                <a:gd name="connsiteY0" fmla="*/ 159303 h 165399"/>
                <a:gd name="connsiteX1" fmla="*/ 58799 w 505968"/>
                <a:gd name="connsiteY1" fmla="*/ 93258 h 165399"/>
                <a:gd name="connsiteX2" fmla="*/ 115824 w 505968"/>
                <a:gd name="connsiteY2" fmla="*/ 43479 h 165399"/>
                <a:gd name="connsiteX3" fmla="*/ 173653 w 505968"/>
                <a:gd name="connsiteY3" fmla="*/ 20868 h 165399"/>
                <a:gd name="connsiteX4" fmla="*/ 262128 w 505968"/>
                <a:gd name="connsiteY4" fmla="*/ 807 h 165399"/>
                <a:gd name="connsiteX5" fmla="*/ 402336 w 505968"/>
                <a:gd name="connsiteY5" fmla="*/ 49575 h 165399"/>
                <a:gd name="connsiteX6" fmla="*/ 505968 w 505968"/>
                <a:gd name="connsiteY6" fmla="*/ 165399 h 165399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73653 w 505968"/>
                <a:gd name="connsiteY3" fmla="*/ 2006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505968 w 505968"/>
                <a:gd name="connsiteY7" fmla="*/ 164600 h 164600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73653 w 505968"/>
                <a:gd name="connsiteY3" fmla="*/ 2006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453297 w 505968"/>
                <a:gd name="connsiteY7" fmla="*/ 98173 h 164600"/>
                <a:gd name="connsiteX8" fmla="*/ 505968 w 505968"/>
                <a:gd name="connsiteY8" fmla="*/ 164600 h 164600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86137 w 505968"/>
                <a:gd name="connsiteY3" fmla="*/ 1625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453297 w 505968"/>
                <a:gd name="connsiteY7" fmla="*/ 98173 h 164600"/>
                <a:gd name="connsiteX8" fmla="*/ 505968 w 505968"/>
                <a:gd name="connsiteY8" fmla="*/ 164600 h 164600"/>
                <a:gd name="connsiteX0" fmla="*/ 0 w 505968"/>
                <a:gd name="connsiteY0" fmla="*/ 158703 h 164799"/>
                <a:gd name="connsiteX1" fmla="*/ 58799 w 505968"/>
                <a:gd name="connsiteY1" fmla="*/ 92658 h 164799"/>
                <a:gd name="connsiteX2" fmla="*/ 115824 w 505968"/>
                <a:gd name="connsiteY2" fmla="*/ 42879 h 164799"/>
                <a:gd name="connsiteX3" fmla="*/ 191131 w 505968"/>
                <a:gd name="connsiteY3" fmla="*/ 10743 h 164799"/>
                <a:gd name="connsiteX4" fmla="*/ 262128 w 505968"/>
                <a:gd name="connsiteY4" fmla="*/ 207 h 164799"/>
                <a:gd name="connsiteX5" fmla="*/ 340940 w 505968"/>
                <a:gd name="connsiteY5" fmla="*/ 18363 h 164799"/>
                <a:gd name="connsiteX6" fmla="*/ 402336 w 505968"/>
                <a:gd name="connsiteY6" fmla="*/ 48975 h 164799"/>
                <a:gd name="connsiteX7" fmla="*/ 453297 w 505968"/>
                <a:gd name="connsiteY7" fmla="*/ 98372 h 164799"/>
                <a:gd name="connsiteX8" fmla="*/ 505968 w 505968"/>
                <a:gd name="connsiteY8" fmla="*/ 164799 h 164799"/>
                <a:gd name="connsiteX0" fmla="*/ 0 w 505968"/>
                <a:gd name="connsiteY0" fmla="*/ 158515 h 164611"/>
                <a:gd name="connsiteX1" fmla="*/ 58799 w 505968"/>
                <a:gd name="connsiteY1" fmla="*/ 92470 h 164611"/>
                <a:gd name="connsiteX2" fmla="*/ 115824 w 505968"/>
                <a:gd name="connsiteY2" fmla="*/ 42691 h 164611"/>
                <a:gd name="connsiteX3" fmla="*/ 191131 w 505968"/>
                <a:gd name="connsiteY3" fmla="*/ 10555 h 164611"/>
                <a:gd name="connsiteX4" fmla="*/ 262128 w 505968"/>
                <a:gd name="connsiteY4" fmla="*/ 19 h 164611"/>
                <a:gd name="connsiteX5" fmla="*/ 353424 w 505968"/>
                <a:gd name="connsiteY5" fmla="*/ 12460 h 164611"/>
                <a:gd name="connsiteX6" fmla="*/ 402336 w 505968"/>
                <a:gd name="connsiteY6" fmla="*/ 48787 h 164611"/>
                <a:gd name="connsiteX7" fmla="*/ 453297 w 505968"/>
                <a:gd name="connsiteY7" fmla="*/ 98184 h 164611"/>
                <a:gd name="connsiteX8" fmla="*/ 505968 w 505968"/>
                <a:gd name="connsiteY8" fmla="*/ 164611 h 164611"/>
                <a:gd name="connsiteX0" fmla="*/ 0 w 505968"/>
                <a:gd name="connsiteY0" fmla="*/ 158625 h 164721"/>
                <a:gd name="connsiteX1" fmla="*/ 58799 w 505968"/>
                <a:gd name="connsiteY1" fmla="*/ 9258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02336 w 505968"/>
                <a:gd name="connsiteY6" fmla="*/ 48897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58799 w 505968"/>
                <a:gd name="connsiteY1" fmla="*/ 9258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75769 w 505968"/>
                <a:gd name="connsiteY7" fmla="*/ 11353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75769 w 505968"/>
                <a:gd name="connsiteY7" fmla="*/ 117344 h 164721"/>
                <a:gd name="connsiteX8" fmla="*/ 505968 w 505968"/>
                <a:gd name="connsiteY8" fmla="*/ 164721 h 164721"/>
                <a:gd name="connsiteX0" fmla="*/ 0 w 505968"/>
                <a:gd name="connsiteY0" fmla="*/ 158506 h 164602"/>
                <a:gd name="connsiteX1" fmla="*/ 46315 w 505968"/>
                <a:gd name="connsiteY1" fmla="*/ 100081 h 164602"/>
                <a:gd name="connsiteX2" fmla="*/ 115824 w 505968"/>
                <a:gd name="connsiteY2" fmla="*/ 42682 h 164602"/>
                <a:gd name="connsiteX3" fmla="*/ 168659 w 505968"/>
                <a:gd name="connsiteY3" fmla="*/ 14356 h 164602"/>
                <a:gd name="connsiteX4" fmla="*/ 262128 w 505968"/>
                <a:gd name="connsiteY4" fmla="*/ 10 h 164602"/>
                <a:gd name="connsiteX5" fmla="*/ 348431 w 505968"/>
                <a:gd name="connsiteY5" fmla="*/ 16261 h 164602"/>
                <a:gd name="connsiteX6" fmla="*/ 412323 w 505968"/>
                <a:gd name="connsiteY6" fmla="*/ 54493 h 164602"/>
                <a:gd name="connsiteX7" fmla="*/ 475769 w 505968"/>
                <a:gd name="connsiteY7" fmla="*/ 117225 h 164602"/>
                <a:gd name="connsiteX8" fmla="*/ 505968 w 505968"/>
                <a:gd name="connsiteY8" fmla="*/ 164602 h 164602"/>
                <a:gd name="connsiteX0" fmla="*/ 0 w 505968"/>
                <a:gd name="connsiteY0" fmla="*/ 158542 h 164638"/>
                <a:gd name="connsiteX1" fmla="*/ 46315 w 505968"/>
                <a:gd name="connsiteY1" fmla="*/ 100117 h 164638"/>
                <a:gd name="connsiteX2" fmla="*/ 115824 w 505968"/>
                <a:gd name="connsiteY2" fmla="*/ 42718 h 164638"/>
                <a:gd name="connsiteX3" fmla="*/ 176150 w 505968"/>
                <a:gd name="connsiteY3" fmla="*/ 12487 h 164638"/>
                <a:gd name="connsiteX4" fmla="*/ 262128 w 505968"/>
                <a:gd name="connsiteY4" fmla="*/ 46 h 164638"/>
                <a:gd name="connsiteX5" fmla="*/ 348431 w 505968"/>
                <a:gd name="connsiteY5" fmla="*/ 16297 h 164638"/>
                <a:gd name="connsiteX6" fmla="*/ 412323 w 505968"/>
                <a:gd name="connsiteY6" fmla="*/ 54529 h 164638"/>
                <a:gd name="connsiteX7" fmla="*/ 475769 w 505968"/>
                <a:gd name="connsiteY7" fmla="*/ 117261 h 164638"/>
                <a:gd name="connsiteX8" fmla="*/ 505968 w 505968"/>
                <a:gd name="connsiteY8" fmla="*/ 164638 h 164638"/>
                <a:gd name="connsiteX0" fmla="*/ 0 w 505968"/>
                <a:gd name="connsiteY0" fmla="*/ 158542 h 164638"/>
                <a:gd name="connsiteX1" fmla="*/ 46315 w 505968"/>
                <a:gd name="connsiteY1" fmla="*/ 100117 h 164638"/>
                <a:gd name="connsiteX2" fmla="*/ 115824 w 505968"/>
                <a:gd name="connsiteY2" fmla="*/ 42718 h 164638"/>
                <a:gd name="connsiteX3" fmla="*/ 176150 w 505968"/>
                <a:gd name="connsiteY3" fmla="*/ 12487 h 164638"/>
                <a:gd name="connsiteX4" fmla="*/ 262128 w 505968"/>
                <a:gd name="connsiteY4" fmla="*/ 46 h 164638"/>
                <a:gd name="connsiteX5" fmla="*/ 348431 w 505968"/>
                <a:gd name="connsiteY5" fmla="*/ 16297 h 164638"/>
                <a:gd name="connsiteX6" fmla="*/ 412323 w 505968"/>
                <a:gd name="connsiteY6" fmla="*/ 54529 h 164638"/>
                <a:gd name="connsiteX7" fmla="*/ 473272 w 505968"/>
                <a:gd name="connsiteY7" fmla="*/ 111546 h 164638"/>
                <a:gd name="connsiteX8" fmla="*/ 505968 w 505968"/>
                <a:gd name="connsiteY8" fmla="*/ 164638 h 164638"/>
                <a:gd name="connsiteX0" fmla="*/ 0 w 508465"/>
                <a:gd name="connsiteY0" fmla="*/ 158542 h 164638"/>
                <a:gd name="connsiteX1" fmla="*/ 46315 w 508465"/>
                <a:gd name="connsiteY1" fmla="*/ 100117 h 164638"/>
                <a:gd name="connsiteX2" fmla="*/ 115824 w 508465"/>
                <a:gd name="connsiteY2" fmla="*/ 42718 h 164638"/>
                <a:gd name="connsiteX3" fmla="*/ 176150 w 508465"/>
                <a:gd name="connsiteY3" fmla="*/ 12487 h 164638"/>
                <a:gd name="connsiteX4" fmla="*/ 262128 w 508465"/>
                <a:gd name="connsiteY4" fmla="*/ 46 h 164638"/>
                <a:gd name="connsiteX5" fmla="*/ 348431 w 508465"/>
                <a:gd name="connsiteY5" fmla="*/ 16297 h 164638"/>
                <a:gd name="connsiteX6" fmla="*/ 412323 w 508465"/>
                <a:gd name="connsiteY6" fmla="*/ 54529 h 164638"/>
                <a:gd name="connsiteX7" fmla="*/ 473272 w 508465"/>
                <a:gd name="connsiteY7" fmla="*/ 111546 h 164638"/>
                <a:gd name="connsiteX8" fmla="*/ 508465 w 508465"/>
                <a:gd name="connsiteY8" fmla="*/ 164638 h 164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8465" h="164638">
                  <a:moveTo>
                    <a:pt x="0" y="158542"/>
                  </a:moveTo>
                  <a:cubicBezTo>
                    <a:pt x="9800" y="147535"/>
                    <a:pt x="27011" y="119421"/>
                    <a:pt x="46315" y="100117"/>
                  </a:cubicBezTo>
                  <a:cubicBezTo>
                    <a:pt x="65619" y="80813"/>
                    <a:pt x="94185" y="57323"/>
                    <a:pt x="115824" y="42718"/>
                  </a:cubicBezTo>
                  <a:cubicBezTo>
                    <a:pt x="137463" y="28113"/>
                    <a:pt x="151766" y="19599"/>
                    <a:pt x="176150" y="12487"/>
                  </a:cubicBezTo>
                  <a:cubicBezTo>
                    <a:pt x="200534" y="5375"/>
                    <a:pt x="233415" y="-589"/>
                    <a:pt x="262128" y="46"/>
                  </a:cubicBezTo>
                  <a:cubicBezTo>
                    <a:pt x="290841" y="681"/>
                    <a:pt x="325063" y="8169"/>
                    <a:pt x="348431" y="16297"/>
                  </a:cubicBezTo>
                  <a:cubicBezTo>
                    <a:pt x="371799" y="24425"/>
                    <a:pt x="391516" y="38654"/>
                    <a:pt x="412323" y="54529"/>
                  </a:cubicBezTo>
                  <a:cubicBezTo>
                    <a:pt x="433130" y="70404"/>
                    <a:pt x="456000" y="92242"/>
                    <a:pt x="473272" y="111546"/>
                  </a:cubicBezTo>
                  <a:cubicBezTo>
                    <a:pt x="490544" y="130850"/>
                    <a:pt x="499687" y="153567"/>
                    <a:pt x="508465" y="164638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6" name="Oval 75"/>
            <p:cNvSpPr/>
            <p:nvPr/>
          </p:nvSpPr>
          <p:spPr>
            <a:xfrm>
              <a:off x="5148804" y="870600"/>
              <a:ext cx="241425" cy="24142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79" name="Straight Connector 78"/>
            <p:cNvCxnSpPr/>
            <p:nvPr/>
          </p:nvCxnSpPr>
          <p:spPr>
            <a:xfrm>
              <a:off x="5075545" y="1264251"/>
              <a:ext cx="387943" cy="6097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/>
          <p:cNvGrpSpPr/>
          <p:nvPr/>
        </p:nvGrpSpPr>
        <p:grpSpPr>
          <a:xfrm>
            <a:off x="3238341" y="2878861"/>
            <a:ext cx="81963" cy="93642"/>
            <a:chOff x="5075545" y="870600"/>
            <a:chExt cx="387943" cy="399748"/>
          </a:xfrm>
        </p:grpSpPr>
        <p:sp>
          <p:nvSpPr>
            <p:cNvPr id="83" name="Freeform 82"/>
            <p:cNvSpPr/>
            <p:nvPr/>
          </p:nvSpPr>
          <p:spPr>
            <a:xfrm>
              <a:off x="5075545" y="1098274"/>
              <a:ext cx="387943" cy="164638"/>
            </a:xfrm>
            <a:custGeom>
              <a:avLst/>
              <a:gdLst>
                <a:gd name="connsiteX0" fmla="*/ 0 w 505968"/>
                <a:gd name="connsiteY0" fmla="*/ 158538 h 164634"/>
                <a:gd name="connsiteX1" fmla="*/ 115824 w 505968"/>
                <a:gd name="connsiteY1" fmla="*/ 42714 h 164634"/>
                <a:gd name="connsiteX2" fmla="*/ 262128 w 505968"/>
                <a:gd name="connsiteY2" fmla="*/ 42 h 164634"/>
                <a:gd name="connsiteX3" fmla="*/ 402336 w 505968"/>
                <a:gd name="connsiteY3" fmla="*/ 48810 h 164634"/>
                <a:gd name="connsiteX4" fmla="*/ 505968 w 505968"/>
                <a:gd name="connsiteY4" fmla="*/ 164634 h 164634"/>
                <a:gd name="connsiteX0" fmla="*/ 0 w 505968"/>
                <a:gd name="connsiteY0" fmla="*/ 158523 h 164619"/>
                <a:gd name="connsiteX1" fmla="*/ 58799 w 505968"/>
                <a:gd name="connsiteY1" fmla="*/ 92478 h 164619"/>
                <a:gd name="connsiteX2" fmla="*/ 115824 w 505968"/>
                <a:gd name="connsiteY2" fmla="*/ 42699 h 164619"/>
                <a:gd name="connsiteX3" fmla="*/ 262128 w 505968"/>
                <a:gd name="connsiteY3" fmla="*/ 27 h 164619"/>
                <a:gd name="connsiteX4" fmla="*/ 402336 w 505968"/>
                <a:gd name="connsiteY4" fmla="*/ 48795 h 164619"/>
                <a:gd name="connsiteX5" fmla="*/ 505968 w 505968"/>
                <a:gd name="connsiteY5" fmla="*/ 164619 h 164619"/>
                <a:gd name="connsiteX0" fmla="*/ 0 w 505968"/>
                <a:gd name="connsiteY0" fmla="*/ 159303 h 165399"/>
                <a:gd name="connsiteX1" fmla="*/ 58799 w 505968"/>
                <a:gd name="connsiteY1" fmla="*/ 93258 h 165399"/>
                <a:gd name="connsiteX2" fmla="*/ 115824 w 505968"/>
                <a:gd name="connsiteY2" fmla="*/ 43479 h 165399"/>
                <a:gd name="connsiteX3" fmla="*/ 173653 w 505968"/>
                <a:gd name="connsiteY3" fmla="*/ 20868 h 165399"/>
                <a:gd name="connsiteX4" fmla="*/ 262128 w 505968"/>
                <a:gd name="connsiteY4" fmla="*/ 807 h 165399"/>
                <a:gd name="connsiteX5" fmla="*/ 402336 w 505968"/>
                <a:gd name="connsiteY5" fmla="*/ 49575 h 165399"/>
                <a:gd name="connsiteX6" fmla="*/ 505968 w 505968"/>
                <a:gd name="connsiteY6" fmla="*/ 165399 h 165399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73653 w 505968"/>
                <a:gd name="connsiteY3" fmla="*/ 2006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505968 w 505968"/>
                <a:gd name="connsiteY7" fmla="*/ 164600 h 164600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73653 w 505968"/>
                <a:gd name="connsiteY3" fmla="*/ 2006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453297 w 505968"/>
                <a:gd name="connsiteY7" fmla="*/ 98173 h 164600"/>
                <a:gd name="connsiteX8" fmla="*/ 505968 w 505968"/>
                <a:gd name="connsiteY8" fmla="*/ 164600 h 164600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86137 w 505968"/>
                <a:gd name="connsiteY3" fmla="*/ 1625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453297 w 505968"/>
                <a:gd name="connsiteY7" fmla="*/ 98173 h 164600"/>
                <a:gd name="connsiteX8" fmla="*/ 505968 w 505968"/>
                <a:gd name="connsiteY8" fmla="*/ 164600 h 164600"/>
                <a:gd name="connsiteX0" fmla="*/ 0 w 505968"/>
                <a:gd name="connsiteY0" fmla="*/ 158703 h 164799"/>
                <a:gd name="connsiteX1" fmla="*/ 58799 w 505968"/>
                <a:gd name="connsiteY1" fmla="*/ 92658 h 164799"/>
                <a:gd name="connsiteX2" fmla="*/ 115824 w 505968"/>
                <a:gd name="connsiteY2" fmla="*/ 42879 h 164799"/>
                <a:gd name="connsiteX3" fmla="*/ 191131 w 505968"/>
                <a:gd name="connsiteY3" fmla="*/ 10743 h 164799"/>
                <a:gd name="connsiteX4" fmla="*/ 262128 w 505968"/>
                <a:gd name="connsiteY4" fmla="*/ 207 h 164799"/>
                <a:gd name="connsiteX5" fmla="*/ 340940 w 505968"/>
                <a:gd name="connsiteY5" fmla="*/ 18363 h 164799"/>
                <a:gd name="connsiteX6" fmla="*/ 402336 w 505968"/>
                <a:gd name="connsiteY6" fmla="*/ 48975 h 164799"/>
                <a:gd name="connsiteX7" fmla="*/ 453297 w 505968"/>
                <a:gd name="connsiteY7" fmla="*/ 98372 h 164799"/>
                <a:gd name="connsiteX8" fmla="*/ 505968 w 505968"/>
                <a:gd name="connsiteY8" fmla="*/ 164799 h 164799"/>
                <a:gd name="connsiteX0" fmla="*/ 0 w 505968"/>
                <a:gd name="connsiteY0" fmla="*/ 158515 h 164611"/>
                <a:gd name="connsiteX1" fmla="*/ 58799 w 505968"/>
                <a:gd name="connsiteY1" fmla="*/ 92470 h 164611"/>
                <a:gd name="connsiteX2" fmla="*/ 115824 w 505968"/>
                <a:gd name="connsiteY2" fmla="*/ 42691 h 164611"/>
                <a:gd name="connsiteX3" fmla="*/ 191131 w 505968"/>
                <a:gd name="connsiteY3" fmla="*/ 10555 h 164611"/>
                <a:gd name="connsiteX4" fmla="*/ 262128 w 505968"/>
                <a:gd name="connsiteY4" fmla="*/ 19 h 164611"/>
                <a:gd name="connsiteX5" fmla="*/ 353424 w 505968"/>
                <a:gd name="connsiteY5" fmla="*/ 12460 h 164611"/>
                <a:gd name="connsiteX6" fmla="*/ 402336 w 505968"/>
                <a:gd name="connsiteY6" fmla="*/ 48787 h 164611"/>
                <a:gd name="connsiteX7" fmla="*/ 453297 w 505968"/>
                <a:gd name="connsiteY7" fmla="*/ 98184 h 164611"/>
                <a:gd name="connsiteX8" fmla="*/ 505968 w 505968"/>
                <a:gd name="connsiteY8" fmla="*/ 164611 h 164611"/>
                <a:gd name="connsiteX0" fmla="*/ 0 w 505968"/>
                <a:gd name="connsiteY0" fmla="*/ 158625 h 164721"/>
                <a:gd name="connsiteX1" fmla="*/ 58799 w 505968"/>
                <a:gd name="connsiteY1" fmla="*/ 9258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02336 w 505968"/>
                <a:gd name="connsiteY6" fmla="*/ 48897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58799 w 505968"/>
                <a:gd name="connsiteY1" fmla="*/ 9258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75769 w 505968"/>
                <a:gd name="connsiteY7" fmla="*/ 11353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75769 w 505968"/>
                <a:gd name="connsiteY7" fmla="*/ 117344 h 164721"/>
                <a:gd name="connsiteX8" fmla="*/ 505968 w 505968"/>
                <a:gd name="connsiteY8" fmla="*/ 164721 h 164721"/>
                <a:gd name="connsiteX0" fmla="*/ 0 w 505968"/>
                <a:gd name="connsiteY0" fmla="*/ 158506 h 164602"/>
                <a:gd name="connsiteX1" fmla="*/ 46315 w 505968"/>
                <a:gd name="connsiteY1" fmla="*/ 100081 h 164602"/>
                <a:gd name="connsiteX2" fmla="*/ 115824 w 505968"/>
                <a:gd name="connsiteY2" fmla="*/ 42682 h 164602"/>
                <a:gd name="connsiteX3" fmla="*/ 168659 w 505968"/>
                <a:gd name="connsiteY3" fmla="*/ 14356 h 164602"/>
                <a:gd name="connsiteX4" fmla="*/ 262128 w 505968"/>
                <a:gd name="connsiteY4" fmla="*/ 10 h 164602"/>
                <a:gd name="connsiteX5" fmla="*/ 348431 w 505968"/>
                <a:gd name="connsiteY5" fmla="*/ 16261 h 164602"/>
                <a:gd name="connsiteX6" fmla="*/ 412323 w 505968"/>
                <a:gd name="connsiteY6" fmla="*/ 54493 h 164602"/>
                <a:gd name="connsiteX7" fmla="*/ 475769 w 505968"/>
                <a:gd name="connsiteY7" fmla="*/ 117225 h 164602"/>
                <a:gd name="connsiteX8" fmla="*/ 505968 w 505968"/>
                <a:gd name="connsiteY8" fmla="*/ 164602 h 164602"/>
                <a:gd name="connsiteX0" fmla="*/ 0 w 505968"/>
                <a:gd name="connsiteY0" fmla="*/ 158542 h 164638"/>
                <a:gd name="connsiteX1" fmla="*/ 46315 w 505968"/>
                <a:gd name="connsiteY1" fmla="*/ 100117 h 164638"/>
                <a:gd name="connsiteX2" fmla="*/ 115824 w 505968"/>
                <a:gd name="connsiteY2" fmla="*/ 42718 h 164638"/>
                <a:gd name="connsiteX3" fmla="*/ 176150 w 505968"/>
                <a:gd name="connsiteY3" fmla="*/ 12487 h 164638"/>
                <a:gd name="connsiteX4" fmla="*/ 262128 w 505968"/>
                <a:gd name="connsiteY4" fmla="*/ 46 h 164638"/>
                <a:gd name="connsiteX5" fmla="*/ 348431 w 505968"/>
                <a:gd name="connsiteY5" fmla="*/ 16297 h 164638"/>
                <a:gd name="connsiteX6" fmla="*/ 412323 w 505968"/>
                <a:gd name="connsiteY6" fmla="*/ 54529 h 164638"/>
                <a:gd name="connsiteX7" fmla="*/ 475769 w 505968"/>
                <a:gd name="connsiteY7" fmla="*/ 117261 h 164638"/>
                <a:gd name="connsiteX8" fmla="*/ 505968 w 505968"/>
                <a:gd name="connsiteY8" fmla="*/ 164638 h 164638"/>
                <a:gd name="connsiteX0" fmla="*/ 0 w 505968"/>
                <a:gd name="connsiteY0" fmla="*/ 158542 h 164638"/>
                <a:gd name="connsiteX1" fmla="*/ 46315 w 505968"/>
                <a:gd name="connsiteY1" fmla="*/ 100117 h 164638"/>
                <a:gd name="connsiteX2" fmla="*/ 115824 w 505968"/>
                <a:gd name="connsiteY2" fmla="*/ 42718 h 164638"/>
                <a:gd name="connsiteX3" fmla="*/ 176150 w 505968"/>
                <a:gd name="connsiteY3" fmla="*/ 12487 h 164638"/>
                <a:gd name="connsiteX4" fmla="*/ 262128 w 505968"/>
                <a:gd name="connsiteY4" fmla="*/ 46 h 164638"/>
                <a:gd name="connsiteX5" fmla="*/ 348431 w 505968"/>
                <a:gd name="connsiteY5" fmla="*/ 16297 h 164638"/>
                <a:gd name="connsiteX6" fmla="*/ 412323 w 505968"/>
                <a:gd name="connsiteY6" fmla="*/ 54529 h 164638"/>
                <a:gd name="connsiteX7" fmla="*/ 473272 w 505968"/>
                <a:gd name="connsiteY7" fmla="*/ 111546 h 164638"/>
                <a:gd name="connsiteX8" fmla="*/ 505968 w 505968"/>
                <a:gd name="connsiteY8" fmla="*/ 164638 h 164638"/>
                <a:gd name="connsiteX0" fmla="*/ 0 w 508465"/>
                <a:gd name="connsiteY0" fmla="*/ 158542 h 164638"/>
                <a:gd name="connsiteX1" fmla="*/ 46315 w 508465"/>
                <a:gd name="connsiteY1" fmla="*/ 100117 h 164638"/>
                <a:gd name="connsiteX2" fmla="*/ 115824 w 508465"/>
                <a:gd name="connsiteY2" fmla="*/ 42718 h 164638"/>
                <a:gd name="connsiteX3" fmla="*/ 176150 w 508465"/>
                <a:gd name="connsiteY3" fmla="*/ 12487 h 164638"/>
                <a:gd name="connsiteX4" fmla="*/ 262128 w 508465"/>
                <a:gd name="connsiteY4" fmla="*/ 46 h 164638"/>
                <a:gd name="connsiteX5" fmla="*/ 348431 w 508465"/>
                <a:gd name="connsiteY5" fmla="*/ 16297 h 164638"/>
                <a:gd name="connsiteX6" fmla="*/ 412323 w 508465"/>
                <a:gd name="connsiteY6" fmla="*/ 54529 h 164638"/>
                <a:gd name="connsiteX7" fmla="*/ 473272 w 508465"/>
                <a:gd name="connsiteY7" fmla="*/ 111546 h 164638"/>
                <a:gd name="connsiteX8" fmla="*/ 508465 w 508465"/>
                <a:gd name="connsiteY8" fmla="*/ 164638 h 164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8465" h="164638">
                  <a:moveTo>
                    <a:pt x="0" y="158542"/>
                  </a:moveTo>
                  <a:cubicBezTo>
                    <a:pt x="9800" y="147535"/>
                    <a:pt x="27011" y="119421"/>
                    <a:pt x="46315" y="100117"/>
                  </a:cubicBezTo>
                  <a:cubicBezTo>
                    <a:pt x="65619" y="80813"/>
                    <a:pt x="94185" y="57323"/>
                    <a:pt x="115824" y="42718"/>
                  </a:cubicBezTo>
                  <a:cubicBezTo>
                    <a:pt x="137463" y="28113"/>
                    <a:pt x="151766" y="19599"/>
                    <a:pt x="176150" y="12487"/>
                  </a:cubicBezTo>
                  <a:cubicBezTo>
                    <a:pt x="200534" y="5375"/>
                    <a:pt x="233415" y="-589"/>
                    <a:pt x="262128" y="46"/>
                  </a:cubicBezTo>
                  <a:cubicBezTo>
                    <a:pt x="290841" y="681"/>
                    <a:pt x="325063" y="8169"/>
                    <a:pt x="348431" y="16297"/>
                  </a:cubicBezTo>
                  <a:cubicBezTo>
                    <a:pt x="371799" y="24425"/>
                    <a:pt x="391516" y="38654"/>
                    <a:pt x="412323" y="54529"/>
                  </a:cubicBezTo>
                  <a:cubicBezTo>
                    <a:pt x="433130" y="70404"/>
                    <a:pt x="456000" y="92242"/>
                    <a:pt x="473272" y="111546"/>
                  </a:cubicBezTo>
                  <a:cubicBezTo>
                    <a:pt x="490544" y="130850"/>
                    <a:pt x="499687" y="153567"/>
                    <a:pt x="508465" y="164638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4" name="Oval 83"/>
            <p:cNvSpPr/>
            <p:nvPr/>
          </p:nvSpPr>
          <p:spPr>
            <a:xfrm>
              <a:off x="5148804" y="870600"/>
              <a:ext cx="241425" cy="24142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91" name="Straight Connector 90"/>
            <p:cNvCxnSpPr/>
            <p:nvPr/>
          </p:nvCxnSpPr>
          <p:spPr>
            <a:xfrm>
              <a:off x="5075545" y="1264251"/>
              <a:ext cx="387943" cy="6097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/>
          <p:cNvGrpSpPr/>
          <p:nvPr/>
        </p:nvGrpSpPr>
        <p:grpSpPr>
          <a:xfrm>
            <a:off x="5528042" y="2875792"/>
            <a:ext cx="81963" cy="93642"/>
            <a:chOff x="5075545" y="870600"/>
            <a:chExt cx="387943" cy="399748"/>
          </a:xfrm>
        </p:grpSpPr>
        <p:sp>
          <p:nvSpPr>
            <p:cNvPr id="93" name="Freeform 92"/>
            <p:cNvSpPr/>
            <p:nvPr/>
          </p:nvSpPr>
          <p:spPr>
            <a:xfrm>
              <a:off x="5075545" y="1098274"/>
              <a:ext cx="387943" cy="164638"/>
            </a:xfrm>
            <a:custGeom>
              <a:avLst/>
              <a:gdLst>
                <a:gd name="connsiteX0" fmla="*/ 0 w 505968"/>
                <a:gd name="connsiteY0" fmla="*/ 158538 h 164634"/>
                <a:gd name="connsiteX1" fmla="*/ 115824 w 505968"/>
                <a:gd name="connsiteY1" fmla="*/ 42714 h 164634"/>
                <a:gd name="connsiteX2" fmla="*/ 262128 w 505968"/>
                <a:gd name="connsiteY2" fmla="*/ 42 h 164634"/>
                <a:gd name="connsiteX3" fmla="*/ 402336 w 505968"/>
                <a:gd name="connsiteY3" fmla="*/ 48810 h 164634"/>
                <a:gd name="connsiteX4" fmla="*/ 505968 w 505968"/>
                <a:gd name="connsiteY4" fmla="*/ 164634 h 164634"/>
                <a:gd name="connsiteX0" fmla="*/ 0 w 505968"/>
                <a:gd name="connsiteY0" fmla="*/ 158523 h 164619"/>
                <a:gd name="connsiteX1" fmla="*/ 58799 w 505968"/>
                <a:gd name="connsiteY1" fmla="*/ 92478 h 164619"/>
                <a:gd name="connsiteX2" fmla="*/ 115824 w 505968"/>
                <a:gd name="connsiteY2" fmla="*/ 42699 h 164619"/>
                <a:gd name="connsiteX3" fmla="*/ 262128 w 505968"/>
                <a:gd name="connsiteY3" fmla="*/ 27 h 164619"/>
                <a:gd name="connsiteX4" fmla="*/ 402336 w 505968"/>
                <a:gd name="connsiteY4" fmla="*/ 48795 h 164619"/>
                <a:gd name="connsiteX5" fmla="*/ 505968 w 505968"/>
                <a:gd name="connsiteY5" fmla="*/ 164619 h 164619"/>
                <a:gd name="connsiteX0" fmla="*/ 0 w 505968"/>
                <a:gd name="connsiteY0" fmla="*/ 159303 h 165399"/>
                <a:gd name="connsiteX1" fmla="*/ 58799 w 505968"/>
                <a:gd name="connsiteY1" fmla="*/ 93258 h 165399"/>
                <a:gd name="connsiteX2" fmla="*/ 115824 w 505968"/>
                <a:gd name="connsiteY2" fmla="*/ 43479 h 165399"/>
                <a:gd name="connsiteX3" fmla="*/ 173653 w 505968"/>
                <a:gd name="connsiteY3" fmla="*/ 20868 h 165399"/>
                <a:gd name="connsiteX4" fmla="*/ 262128 w 505968"/>
                <a:gd name="connsiteY4" fmla="*/ 807 h 165399"/>
                <a:gd name="connsiteX5" fmla="*/ 402336 w 505968"/>
                <a:gd name="connsiteY5" fmla="*/ 49575 h 165399"/>
                <a:gd name="connsiteX6" fmla="*/ 505968 w 505968"/>
                <a:gd name="connsiteY6" fmla="*/ 165399 h 165399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73653 w 505968"/>
                <a:gd name="connsiteY3" fmla="*/ 2006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505968 w 505968"/>
                <a:gd name="connsiteY7" fmla="*/ 164600 h 164600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73653 w 505968"/>
                <a:gd name="connsiteY3" fmla="*/ 2006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453297 w 505968"/>
                <a:gd name="connsiteY7" fmla="*/ 98173 h 164600"/>
                <a:gd name="connsiteX8" fmla="*/ 505968 w 505968"/>
                <a:gd name="connsiteY8" fmla="*/ 164600 h 164600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86137 w 505968"/>
                <a:gd name="connsiteY3" fmla="*/ 1625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453297 w 505968"/>
                <a:gd name="connsiteY7" fmla="*/ 98173 h 164600"/>
                <a:gd name="connsiteX8" fmla="*/ 505968 w 505968"/>
                <a:gd name="connsiteY8" fmla="*/ 164600 h 164600"/>
                <a:gd name="connsiteX0" fmla="*/ 0 w 505968"/>
                <a:gd name="connsiteY0" fmla="*/ 158703 h 164799"/>
                <a:gd name="connsiteX1" fmla="*/ 58799 w 505968"/>
                <a:gd name="connsiteY1" fmla="*/ 92658 h 164799"/>
                <a:gd name="connsiteX2" fmla="*/ 115824 w 505968"/>
                <a:gd name="connsiteY2" fmla="*/ 42879 h 164799"/>
                <a:gd name="connsiteX3" fmla="*/ 191131 w 505968"/>
                <a:gd name="connsiteY3" fmla="*/ 10743 h 164799"/>
                <a:gd name="connsiteX4" fmla="*/ 262128 w 505968"/>
                <a:gd name="connsiteY4" fmla="*/ 207 h 164799"/>
                <a:gd name="connsiteX5" fmla="*/ 340940 w 505968"/>
                <a:gd name="connsiteY5" fmla="*/ 18363 h 164799"/>
                <a:gd name="connsiteX6" fmla="*/ 402336 w 505968"/>
                <a:gd name="connsiteY6" fmla="*/ 48975 h 164799"/>
                <a:gd name="connsiteX7" fmla="*/ 453297 w 505968"/>
                <a:gd name="connsiteY7" fmla="*/ 98372 h 164799"/>
                <a:gd name="connsiteX8" fmla="*/ 505968 w 505968"/>
                <a:gd name="connsiteY8" fmla="*/ 164799 h 164799"/>
                <a:gd name="connsiteX0" fmla="*/ 0 w 505968"/>
                <a:gd name="connsiteY0" fmla="*/ 158515 h 164611"/>
                <a:gd name="connsiteX1" fmla="*/ 58799 w 505968"/>
                <a:gd name="connsiteY1" fmla="*/ 92470 h 164611"/>
                <a:gd name="connsiteX2" fmla="*/ 115824 w 505968"/>
                <a:gd name="connsiteY2" fmla="*/ 42691 h 164611"/>
                <a:gd name="connsiteX3" fmla="*/ 191131 w 505968"/>
                <a:gd name="connsiteY3" fmla="*/ 10555 h 164611"/>
                <a:gd name="connsiteX4" fmla="*/ 262128 w 505968"/>
                <a:gd name="connsiteY4" fmla="*/ 19 h 164611"/>
                <a:gd name="connsiteX5" fmla="*/ 353424 w 505968"/>
                <a:gd name="connsiteY5" fmla="*/ 12460 h 164611"/>
                <a:gd name="connsiteX6" fmla="*/ 402336 w 505968"/>
                <a:gd name="connsiteY6" fmla="*/ 48787 h 164611"/>
                <a:gd name="connsiteX7" fmla="*/ 453297 w 505968"/>
                <a:gd name="connsiteY7" fmla="*/ 98184 h 164611"/>
                <a:gd name="connsiteX8" fmla="*/ 505968 w 505968"/>
                <a:gd name="connsiteY8" fmla="*/ 164611 h 164611"/>
                <a:gd name="connsiteX0" fmla="*/ 0 w 505968"/>
                <a:gd name="connsiteY0" fmla="*/ 158625 h 164721"/>
                <a:gd name="connsiteX1" fmla="*/ 58799 w 505968"/>
                <a:gd name="connsiteY1" fmla="*/ 9258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02336 w 505968"/>
                <a:gd name="connsiteY6" fmla="*/ 48897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58799 w 505968"/>
                <a:gd name="connsiteY1" fmla="*/ 9258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75769 w 505968"/>
                <a:gd name="connsiteY7" fmla="*/ 11353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75769 w 505968"/>
                <a:gd name="connsiteY7" fmla="*/ 117344 h 164721"/>
                <a:gd name="connsiteX8" fmla="*/ 505968 w 505968"/>
                <a:gd name="connsiteY8" fmla="*/ 164721 h 164721"/>
                <a:gd name="connsiteX0" fmla="*/ 0 w 505968"/>
                <a:gd name="connsiteY0" fmla="*/ 158506 h 164602"/>
                <a:gd name="connsiteX1" fmla="*/ 46315 w 505968"/>
                <a:gd name="connsiteY1" fmla="*/ 100081 h 164602"/>
                <a:gd name="connsiteX2" fmla="*/ 115824 w 505968"/>
                <a:gd name="connsiteY2" fmla="*/ 42682 h 164602"/>
                <a:gd name="connsiteX3" fmla="*/ 168659 w 505968"/>
                <a:gd name="connsiteY3" fmla="*/ 14356 h 164602"/>
                <a:gd name="connsiteX4" fmla="*/ 262128 w 505968"/>
                <a:gd name="connsiteY4" fmla="*/ 10 h 164602"/>
                <a:gd name="connsiteX5" fmla="*/ 348431 w 505968"/>
                <a:gd name="connsiteY5" fmla="*/ 16261 h 164602"/>
                <a:gd name="connsiteX6" fmla="*/ 412323 w 505968"/>
                <a:gd name="connsiteY6" fmla="*/ 54493 h 164602"/>
                <a:gd name="connsiteX7" fmla="*/ 475769 w 505968"/>
                <a:gd name="connsiteY7" fmla="*/ 117225 h 164602"/>
                <a:gd name="connsiteX8" fmla="*/ 505968 w 505968"/>
                <a:gd name="connsiteY8" fmla="*/ 164602 h 164602"/>
                <a:gd name="connsiteX0" fmla="*/ 0 w 505968"/>
                <a:gd name="connsiteY0" fmla="*/ 158542 h 164638"/>
                <a:gd name="connsiteX1" fmla="*/ 46315 w 505968"/>
                <a:gd name="connsiteY1" fmla="*/ 100117 h 164638"/>
                <a:gd name="connsiteX2" fmla="*/ 115824 w 505968"/>
                <a:gd name="connsiteY2" fmla="*/ 42718 h 164638"/>
                <a:gd name="connsiteX3" fmla="*/ 176150 w 505968"/>
                <a:gd name="connsiteY3" fmla="*/ 12487 h 164638"/>
                <a:gd name="connsiteX4" fmla="*/ 262128 w 505968"/>
                <a:gd name="connsiteY4" fmla="*/ 46 h 164638"/>
                <a:gd name="connsiteX5" fmla="*/ 348431 w 505968"/>
                <a:gd name="connsiteY5" fmla="*/ 16297 h 164638"/>
                <a:gd name="connsiteX6" fmla="*/ 412323 w 505968"/>
                <a:gd name="connsiteY6" fmla="*/ 54529 h 164638"/>
                <a:gd name="connsiteX7" fmla="*/ 475769 w 505968"/>
                <a:gd name="connsiteY7" fmla="*/ 117261 h 164638"/>
                <a:gd name="connsiteX8" fmla="*/ 505968 w 505968"/>
                <a:gd name="connsiteY8" fmla="*/ 164638 h 164638"/>
                <a:gd name="connsiteX0" fmla="*/ 0 w 505968"/>
                <a:gd name="connsiteY0" fmla="*/ 158542 h 164638"/>
                <a:gd name="connsiteX1" fmla="*/ 46315 w 505968"/>
                <a:gd name="connsiteY1" fmla="*/ 100117 h 164638"/>
                <a:gd name="connsiteX2" fmla="*/ 115824 w 505968"/>
                <a:gd name="connsiteY2" fmla="*/ 42718 h 164638"/>
                <a:gd name="connsiteX3" fmla="*/ 176150 w 505968"/>
                <a:gd name="connsiteY3" fmla="*/ 12487 h 164638"/>
                <a:gd name="connsiteX4" fmla="*/ 262128 w 505968"/>
                <a:gd name="connsiteY4" fmla="*/ 46 h 164638"/>
                <a:gd name="connsiteX5" fmla="*/ 348431 w 505968"/>
                <a:gd name="connsiteY5" fmla="*/ 16297 h 164638"/>
                <a:gd name="connsiteX6" fmla="*/ 412323 w 505968"/>
                <a:gd name="connsiteY6" fmla="*/ 54529 h 164638"/>
                <a:gd name="connsiteX7" fmla="*/ 473272 w 505968"/>
                <a:gd name="connsiteY7" fmla="*/ 111546 h 164638"/>
                <a:gd name="connsiteX8" fmla="*/ 505968 w 505968"/>
                <a:gd name="connsiteY8" fmla="*/ 164638 h 164638"/>
                <a:gd name="connsiteX0" fmla="*/ 0 w 508465"/>
                <a:gd name="connsiteY0" fmla="*/ 158542 h 164638"/>
                <a:gd name="connsiteX1" fmla="*/ 46315 w 508465"/>
                <a:gd name="connsiteY1" fmla="*/ 100117 h 164638"/>
                <a:gd name="connsiteX2" fmla="*/ 115824 w 508465"/>
                <a:gd name="connsiteY2" fmla="*/ 42718 h 164638"/>
                <a:gd name="connsiteX3" fmla="*/ 176150 w 508465"/>
                <a:gd name="connsiteY3" fmla="*/ 12487 h 164638"/>
                <a:gd name="connsiteX4" fmla="*/ 262128 w 508465"/>
                <a:gd name="connsiteY4" fmla="*/ 46 h 164638"/>
                <a:gd name="connsiteX5" fmla="*/ 348431 w 508465"/>
                <a:gd name="connsiteY5" fmla="*/ 16297 h 164638"/>
                <a:gd name="connsiteX6" fmla="*/ 412323 w 508465"/>
                <a:gd name="connsiteY6" fmla="*/ 54529 h 164638"/>
                <a:gd name="connsiteX7" fmla="*/ 473272 w 508465"/>
                <a:gd name="connsiteY7" fmla="*/ 111546 h 164638"/>
                <a:gd name="connsiteX8" fmla="*/ 508465 w 508465"/>
                <a:gd name="connsiteY8" fmla="*/ 164638 h 164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8465" h="164638">
                  <a:moveTo>
                    <a:pt x="0" y="158542"/>
                  </a:moveTo>
                  <a:cubicBezTo>
                    <a:pt x="9800" y="147535"/>
                    <a:pt x="27011" y="119421"/>
                    <a:pt x="46315" y="100117"/>
                  </a:cubicBezTo>
                  <a:cubicBezTo>
                    <a:pt x="65619" y="80813"/>
                    <a:pt x="94185" y="57323"/>
                    <a:pt x="115824" y="42718"/>
                  </a:cubicBezTo>
                  <a:cubicBezTo>
                    <a:pt x="137463" y="28113"/>
                    <a:pt x="151766" y="19599"/>
                    <a:pt x="176150" y="12487"/>
                  </a:cubicBezTo>
                  <a:cubicBezTo>
                    <a:pt x="200534" y="5375"/>
                    <a:pt x="233415" y="-589"/>
                    <a:pt x="262128" y="46"/>
                  </a:cubicBezTo>
                  <a:cubicBezTo>
                    <a:pt x="290841" y="681"/>
                    <a:pt x="325063" y="8169"/>
                    <a:pt x="348431" y="16297"/>
                  </a:cubicBezTo>
                  <a:cubicBezTo>
                    <a:pt x="371799" y="24425"/>
                    <a:pt x="391516" y="38654"/>
                    <a:pt x="412323" y="54529"/>
                  </a:cubicBezTo>
                  <a:cubicBezTo>
                    <a:pt x="433130" y="70404"/>
                    <a:pt x="456000" y="92242"/>
                    <a:pt x="473272" y="111546"/>
                  </a:cubicBezTo>
                  <a:cubicBezTo>
                    <a:pt x="490544" y="130850"/>
                    <a:pt x="499687" y="153567"/>
                    <a:pt x="508465" y="164638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4" name="Oval 93"/>
            <p:cNvSpPr/>
            <p:nvPr/>
          </p:nvSpPr>
          <p:spPr>
            <a:xfrm>
              <a:off x="5148804" y="870600"/>
              <a:ext cx="241425" cy="24142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95" name="Straight Connector 94"/>
            <p:cNvCxnSpPr/>
            <p:nvPr/>
          </p:nvCxnSpPr>
          <p:spPr>
            <a:xfrm>
              <a:off x="5075545" y="1264251"/>
              <a:ext cx="387943" cy="6097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>
            <a:off x="5531914" y="1735696"/>
            <a:ext cx="81963" cy="93642"/>
            <a:chOff x="5075545" y="870600"/>
            <a:chExt cx="387943" cy="399748"/>
          </a:xfrm>
        </p:grpSpPr>
        <p:sp>
          <p:nvSpPr>
            <p:cNvPr id="97" name="Freeform 96"/>
            <p:cNvSpPr/>
            <p:nvPr/>
          </p:nvSpPr>
          <p:spPr>
            <a:xfrm>
              <a:off x="5075545" y="1098274"/>
              <a:ext cx="387943" cy="164638"/>
            </a:xfrm>
            <a:custGeom>
              <a:avLst/>
              <a:gdLst>
                <a:gd name="connsiteX0" fmla="*/ 0 w 505968"/>
                <a:gd name="connsiteY0" fmla="*/ 158538 h 164634"/>
                <a:gd name="connsiteX1" fmla="*/ 115824 w 505968"/>
                <a:gd name="connsiteY1" fmla="*/ 42714 h 164634"/>
                <a:gd name="connsiteX2" fmla="*/ 262128 w 505968"/>
                <a:gd name="connsiteY2" fmla="*/ 42 h 164634"/>
                <a:gd name="connsiteX3" fmla="*/ 402336 w 505968"/>
                <a:gd name="connsiteY3" fmla="*/ 48810 h 164634"/>
                <a:gd name="connsiteX4" fmla="*/ 505968 w 505968"/>
                <a:gd name="connsiteY4" fmla="*/ 164634 h 164634"/>
                <a:gd name="connsiteX0" fmla="*/ 0 w 505968"/>
                <a:gd name="connsiteY0" fmla="*/ 158523 h 164619"/>
                <a:gd name="connsiteX1" fmla="*/ 58799 w 505968"/>
                <a:gd name="connsiteY1" fmla="*/ 92478 h 164619"/>
                <a:gd name="connsiteX2" fmla="*/ 115824 w 505968"/>
                <a:gd name="connsiteY2" fmla="*/ 42699 h 164619"/>
                <a:gd name="connsiteX3" fmla="*/ 262128 w 505968"/>
                <a:gd name="connsiteY3" fmla="*/ 27 h 164619"/>
                <a:gd name="connsiteX4" fmla="*/ 402336 w 505968"/>
                <a:gd name="connsiteY4" fmla="*/ 48795 h 164619"/>
                <a:gd name="connsiteX5" fmla="*/ 505968 w 505968"/>
                <a:gd name="connsiteY5" fmla="*/ 164619 h 164619"/>
                <a:gd name="connsiteX0" fmla="*/ 0 w 505968"/>
                <a:gd name="connsiteY0" fmla="*/ 159303 h 165399"/>
                <a:gd name="connsiteX1" fmla="*/ 58799 w 505968"/>
                <a:gd name="connsiteY1" fmla="*/ 93258 h 165399"/>
                <a:gd name="connsiteX2" fmla="*/ 115824 w 505968"/>
                <a:gd name="connsiteY2" fmla="*/ 43479 h 165399"/>
                <a:gd name="connsiteX3" fmla="*/ 173653 w 505968"/>
                <a:gd name="connsiteY3" fmla="*/ 20868 h 165399"/>
                <a:gd name="connsiteX4" fmla="*/ 262128 w 505968"/>
                <a:gd name="connsiteY4" fmla="*/ 807 h 165399"/>
                <a:gd name="connsiteX5" fmla="*/ 402336 w 505968"/>
                <a:gd name="connsiteY5" fmla="*/ 49575 h 165399"/>
                <a:gd name="connsiteX6" fmla="*/ 505968 w 505968"/>
                <a:gd name="connsiteY6" fmla="*/ 165399 h 165399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73653 w 505968"/>
                <a:gd name="connsiteY3" fmla="*/ 2006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505968 w 505968"/>
                <a:gd name="connsiteY7" fmla="*/ 164600 h 164600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73653 w 505968"/>
                <a:gd name="connsiteY3" fmla="*/ 2006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453297 w 505968"/>
                <a:gd name="connsiteY7" fmla="*/ 98173 h 164600"/>
                <a:gd name="connsiteX8" fmla="*/ 505968 w 505968"/>
                <a:gd name="connsiteY8" fmla="*/ 164600 h 164600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86137 w 505968"/>
                <a:gd name="connsiteY3" fmla="*/ 1625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453297 w 505968"/>
                <a:gd name="connsiteY7" fmla="*/ 98173 h 164600"/>
                <a:gd name="connsiteX8" fmla="*/ 505968 w 505968"/>
                <a:gd name="connsiteY8" fmla="*/ 164600 h 164600"/>
                <a:gd name="connsiteX0" fmla="*/ 0 w 505968"/>
                <a:gd name="connsiteY0" fmla="*/ 158703 h 164799"/>
                <a:gd name="connsiteX1" fmla="*/ 58799 w 505968"/>
                <a:gd name="connsiteY1" fmla="*/ 92658 h 164799"/>
                <a:gd name="connsiteX2" fmla="*/ 115824 w 505968"/>
                <a:gd name="connsiteY2" fmla="*/ 42879 h 164799"/>
                <a:gd name="connsiteX3" fmla="*/ 191131 w 505968"/>
                <a:gd name="connsiteY3" fmla="*/ 10743 h 164799"/>
                <a:gd name="connsiteX4" fmla="*/ 262128 w 505968"/>
                <a:gd name="connsiteY4" fmla="*/ 207 h 164799"/>
                <a:gd name="connsiteX5" fmla="*/ 340940 w 505968"/>
                <a:gd name="connsiteY5" fmla="*/ 18363 h 164799"/>
                <a:gd name="connsiteX6" fmla="*/ 402336 w 505968"/>
                <a:gd name="connsiteY6" fmla="*/ 48975 h 164799"/>
                <a:gd name="connsiteX7" fmla="*/ 453297 w 505968"/>
                <a:gd name="connsiteY7" fmla="*/ 98372 h 164799"/>
                <a:gd name="connsiteX8" fmla="*/ 505968 w 505968"/>
                <a:gd name="connsiteY8" fmla="*/ 164799 h 164799"/>
                <a:gd name="connsiteX0" fmla="*/ 0 w 505968"/>
                <a:gd name="connsiteY0" fmla="*/ 158515 h 164611"/>
                <a:gd name="connsiteX1" fmla="*/ 58799 w 505968"/>
                <a:gd name="connsiteY1" fmla="*/ 92470 h 164611"/>
                <a:gd name="connsiteX2" fmla="*/ 115824 w 505968"/>
                <a:gd name="connsiteY2" fmla="*/ 42691 h 164611"/>
                <a:gd name="connsiteX3" fmla="*/ 191131 w 505968"/>
                <a:gd name="connsiteY3" fmla="*/ 10555 h 164611"/>
                <a:gd name="connsiteX4" fmla="*/ 262128 w 505968"/>
                <a:gd name="connsiteY4" fmla="*/ 19 h 164611"/>
                <a:gd name="connsiteX5" fmla="*/ 353424 w 505968"/>
                <a:gd name="connsiteY5" fmla="*/ 12460 h 164611"/>
                <a:gd name="connsiteX6" fmla="*/ 402336 w 505968"/>
                <a:gd name="connsiteY6" fmla="*/ 48787 h 164611"/>
                <a:gd name="connsiteX7" fmla="*/ 453297 w 505968"/>
                <a:gd name="connsiteY7" fmla="*/ 98184 h 164611"/>
                <a:gd name="connsiteX8" fmla="*/ 505968 w 505968"/>
                <a:gd name="connsiteY8" fmla="*/ 164611 h 164611"/>
                <a:gd name="connsiteX0" fmla="*/ 0 w 505968"/>
                <a:gd name="connsiteY0" fmla="*/ 158625 h 164721"/>
                <a:gd name="connsiteX1" fmla="*/ 58799 w 505968"/>
                <a:gd name="connsiteY1" fmla="*/ 9258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02336 w 505968"/>
                <a:gd name="connsiteY6" fmla="*/ 48897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58799 w 505968"/>
                <a:gd name="connsiteY1" fmla="*/ 9258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75769 w 505968"/>
                <a:gd name="connsiteY7" fmla="*/ 11353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75769 w 505968"/>
                <a:gd name="connsiteY7" fmla="*/ 117344 h 164721"/>
                <a:gd name="connsiteX8" fmla="*/ 505968 w 505968"/>
                <a:gd name="connsiteY8" fmla="*/ 164721 h 164721"/>
                <a:gd name="connsiteX0" fmla="*/ 0 w 505968"/>
                <a:gd name="connsiteY0" fmla="*/ 158506 h 164602"/>
                <a:gd name="connsiteX1" fmla="*/ 46315 w 505968"/>
                <a:gd name="connsiteY1" fmla="*/ 100081 h 164602"/>
                <a:gd name="connsiteX2" fmla="*/ 115824 w 505968"/>
                <a:gd name="connsiteY2" fmla="*/ 42682 h 164602"/>
                <a:gd name="connsiteX3" fmla="*/ 168659 w 505968"/>
                <a:gd name="connsiteY3" fmla="*/ 14356 h 164602"/>
                <a:gd name="connsiteX4" fmla="*/ 262128 w 505968"/>
                <a:gd name="connsiteY4" fmla="*/ 10 h 164602"/>
                <a:gd name="connsiteX5" fmla="*/ 348431 w 505968"/>
                <a:gd name="connsiteY5" fmla="*/ 16261 h 164602"/>
                <a:gd name="connsiteX6" fmla="*/ 412323 w 505968"/>
                <a:gd name="connsiteY6" fmla="*/ 54493 h 164602"/>
                <a:gd name="connsiteX7" fmla="*/ 475769 w 505968"/>
                <a:gd name="connsiteY7" fmla="*/ 117225 h 164602"/>
                <a:gd name="connsiteX8" fmla="*/ 505968 w 505968"/>
                <a:gd name="connsiteY8" fmla="*/ 164602 h 164602"/>
                <a:gd name="connsiteX0" fmla="*/ 0 w 505968"/>
                <a:gd name="connsiteY0" fmla="*/ 158542 h 164638"/>
                <a:gd name="connsiteX1" fmla="*/ 46315 w 505968"/>
                <a:gd name="connsiteY1" fmla="*/ 100117 h 164638"/>
                <a:gd name="connsiteX2" fmla="*/ 115824 w 505968"/>
                <a:gd name="connsiteY2" fmla="*/ 42718 h 164638"/>
                <a:gd name="connsiteX3" fmla="*/ 176150 w 505968"/>
                <a:gd name="connsiteY3" fmla="*/ 12487 h 164638"/>
                <a:gd name="connsiteX4" fmla="*/ 262128 w 505968"/>
                <a:gd name="connsiteY4" fmla="*/ 46 h 164638"/>
                <a:gd name="connsiteX5" fmla="*/ 348431 w 505968"/>
                <a:gd name="connsiteY5" fmla="*/ 16297 h 164638"/>
                <a:gd name="connsiteX6" fmla="*/ 412323 w 505968"/>
                <a:gd name="connsiteY6" fmla="*/ 54529 h 164638"/>
                <a:gd name="connsiteX7" fmla="*/ 475769 w 505968"/>
                <a:gd name="connsiteY7" fmla="*/ 117261 h 164638"/>
                <a:gd name="connsiteX8" fmla="*/ 505968 w 505968"/>
                <a:gd name="connsiteY8" fmla="*/ 164638 h 164638"/>
                <a:gd name="connsiteX0" fmla="*/ 0 w 505968"/>
                <a:gd name="connsiteY0" fmla="*/ 158542 h 164638"/>
                <a:gd name="connsiteX1" fmla="*/ 46315 w 505968"/>
                <a:gd name="connsiteY1" fmla="*/ 100117 h 164638"/>
                <a:gd name="connsiteX2" fmla="*/ 115824 w 505968"/>
                <a:gd name="connsiteY2" fmla="*/ 42718 h 164638"/>
                <a:gd name="connsiteX3" fmla="*/ 176150 w 505968"/>
                <a:gd name="connsiteY3" fmla="*/ 12487 h 164638"/>
                <a:gd name="connsiteX4" fmla="*/ 262128 w 505968"/>
                <a:gd name="connsiteY4" fmla="*/ 46 h 164638"/>
                <a:gd name="connsiteX5" fmla="*/ 348431 w 505968"/>
                <a:gd name="connsiteY5" fmla="*/ 16297 h 164638"/>
                <a:gd name="connsiteX6" fmla="*/ 412323 w 505968"/>
                <a:gd name="connsiteY6" fmla="*/ 54529 h 164638"/>
                <a:gd name="connsiteX7" fmla="*/ 473272 w 505968"/>
                <a:gd name="connsiteY7" fmla="*/ 111546 h 164638"/>
                <a:gd name="connsiteX8" fmla="*/ 505968 w 505968"/>
                <a:gd name="connsiteY8" fmla="*/ 164638 h 164638"/>
                <a:gd name="connsiteX0" fmla="*/ 0 w 508465"/>
                <a:gd name="connsiteY0" fmla="*/ 158542 h 164638"/>
                <a:gd name="connsiteX1" fmla="*/ 46315 w 508465"/>
                <a:gd name="connsiteY1" fmla="*/ 100117 h 164638"/>
                <a:gd name="connsiteX2" fmla="*/ 115824 w 508465"/>
                <a:gd name="connsiteY2" fmla="*/ 42718 h 164638"/>
                <a:gd name="connsiteX3" fmla="*/ 176150 w 508465"/>
                <a:gd name="connsiteY3" fmla="*/ 12487 h 164638"/>
                <a:gd name="connsiteX4" fmla="*/ 262128 w 508465"/>
                <a:gd name="connsiteY4" fmla="*/ 46 h 164638"/>
                <a:gd name="connsiteX5" fmla="*/ 348431 w 508465"/>
                <a:gd name="connsiteY5" fmla="*/ 16297 h 164638"/>
                <a:gd name="connsiteX6" fmla="*/ 412323 w 508465"/>
                <a:gd name="connsiteY6" fmla="*/ 54529 h 164638"/>
                <a:gd name="connsiteX7" fmla="*/ 473272 w 508465"/>
                <a:gd name="connsiteY7" fmla="*/ 111546 h 164638"/>
                <a:gd name="connsiteX8" fmla="*/ 508465 w 508465"/>
                <a:gd name="connsiteY8" fmla="*/ 164638 h 164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8465" h="164638">
                  <a:moveTo>
                    <a:pt x="0" y="158542"/>
                  </a:moveTo>
                  <a:cubicBezTo>
                    <a:pt x="9800" y="147535"/>
                    <a:pt x="27011" y="119421"/>
                    <a:pt x="46315" y="100117"/>
                  </a:cubicBezTo>
                  <a:cubicBezTo>
                    <a:pt x="65619" y="80813"/>
                    <a:pt x="94185" y="57323"/>
                    <a:pt x="115824" y="42718"/>
                  </a:cubicBezTo>
                  <a:cubicBezTo>
                    <a:pt x="137463" y="28113"/>
                    <a:pt x="151766" y="19599"/>
                    <a:pt x="176150" y="12487"/>
                  </a:cubicBezTo>
                  <a:cubicBezTo>
                    <a:pt x="200534" y="5375"/>
                    <a:pt x="233415" y="-589"/>
                    <a:pt x="262128" y="46"/>
                  </a:cubicBezTo>
                  <a:cubicBezTo>
                    <a:pt x="290841" y="681"/>
                    <a:pt x="325063" y="8169"/>
                    <a:pt x="348431" y="16297"/>
                  </a:cubicBezTo>
                  <a:cubicBezTo>
                    <a:pt x="371799" y="24425"/>
                    <a:pt x="391516" y="38654"/>
                    <a:pt x="412323" y="54529"/>
                  </a:cubicBezTo>
                  <a:cubicBezTo>
                    <a:pt x="433130" y="70404"/>
                    <a:pt x="456000" y="92242"/>
                    <a:pt x="473272" y="111546"/>
                  </a:cubicBezTo>
                  <a:cubicBezTo>
                    <a:pt x="490544" y="130850"/>
                    <a:pt x="499687" y="153567"/>
                    <a:pt x="508465" y="164638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8" name="Oval 97"/>
            <p:cNvSpPr/>
            <p:nvPr/>
          </p:nvSpPr>
          <p:spPr>
            <a:xfrm>
              <a:off x="5148804" y="870600"/>
              <a:ext cx="241425" cy="24142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99" name="Straight Connector 98"/>
            <p:cNvCxnSpPr/>
            <p:nvPr/>
          </p:nvCxnSpPr>
          <p:spPr>
            <a:xfrm>
              <a:off x="5075545" y="1264251"/>
              <a:ext cx="387943" cy="6097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/>
          <p:cNvGrpSpPr/>
          <p:nvPr/>
        </p:nvGrpSpPr>
        <p:grpSpPr>
          <a:xfrm>
            <a:off x="6574707" y="1729226"/>
            <a:ext cx="81963" cy="93642"/>
            <a:chOff x="5075545" y="870600"/>
            <a:chExt cx="387943" cy="399748"/>
          </a:xfrm>
        </p:grpSpPr>
        <p:sp>
          <p:nvSpPr>
            <p:cNvPr id="101" name="Freeform 100"/>
            <p:cNvSpPr/>
            <p:nvPr/>
          </p:nvSpPr>
          <p:spPr>
            <a:xfrm>
              <a:off x="5075545" y="1098274"/>
              <a:ext cx="387943" cy="164638"/>
            </a:xfrm>
            <a:custGeom>
              <a:avLst/>
              <a:gdLst>
                <a:gd name="connsiteX0" fmla="*/ 0 w 505968"/>
                <a:gd name="connsiteY0" fmla="*/ 158538 h 164634"/>
                <a:gd name="connsiteX1" fmla="*/ 115824 w 505968"/>
                <a:gd name="connsiteY1" fmla="*/ 42714 h 164634"/>
                <a:gd name="connsiteX2" fmla="*/ 262128 w 505968"/>
                <a:gd name="connsiteY2" fmla="*/ 42 h 164634"/>
                <a:gd name="connsiteX3" fmla="*/ 402336 w 505968"/>
                <a:gd name="connsiteY3" fmla="*/ 48810 h 164634"/>
                <a:gd name="connsiteX4" fmla="*/ 505968 w 505968"/>
                <a:gd name="connsiteY4" fmla="*/ 164634 h 164634"/>
                <a:gd name="connsiteX0" fmla="*/ 0 w 505968"/>
                <a:gd name="connsiteY0" fmla="*/ 158523 h 164619"/>
                <a:gd name="connsiteX1" fmla="*/ 58799 w 505968"/>
                <a:gd name="connsiteY1" fmla="*/ 92478 h 164619"/>
                <a:gd name="connsiteX2" fmla="*/ 115824 w 505968"/>
                <a:gd name="connsiteY2" fmla="*/ 42699 h 164619"/>
                <a:gd name="connsiteX3" fmla="*/ 262128 w 505968"/>
                <a:gd name="connsiteY3" fmla="*/ 27 h 164619"/>
                <a:gd name="connsiteX4" fmla="*/ 402336 w 505968"/>
                <a:gd name="connsiteY4" fmla="*/ 48795 h 164619"/>
                <a:gd name="connsiteX5" fmla="*/ 505968 w 505968"/>
                <a:gd name="connsiteY5" fmla="*/ 164619 h 164619"/>
                <a:gd name="connsiteX0" fmla="*/ 0 w 505968"/>
                <a:gd name="connsiteY0" fmla="*/ 159303 h 165399"/>
                <a:gd name="connsiteX1" fmla="*/ 58799 w 505968"/>
                <a:gd name="connsiteY1" fmla="*/ 93258 h 165399"/>
                <a:gd name="connsiteX2" fmla="*/ 115824 w 505968"/>
                <a:gd name="connsiteY2" fmla="*/ 43479 h 165399"/>
                <a:gd name="connsiteX3" fmla="*/ 173653 w 505968"/>
                <a:gd name="connsiteY3" fmla="*/ 20868 h 165399"/>
                <a:gd name="connsiteX4" fmla="*/ 262128 w 505968"/>
                <a:gd name="connsiteY4" fmla="*/ 807 h 165399"/>
                <a:gd name="connsiteX5" fmla="*/ 402336 w 505968"/>
                <a:gd name="connsiteY5" fmla="*/ 49575 h 165399"/>
                <a:gd name="connsiteX6" fmla="*/ 505968 w 505968"/>
                <a:gd name="connsiteY6" fmla="*/ 165399 h 165399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73653 w 505968"/>
                <a:gd name="connsiteY3" fmla="*/ 2006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505968 w 505968"/>
                <a:gd name="connsiteY7" fmla="*/ 164600 h 164600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73653 w 505968"/>
                <a:gd name="connsiteY3" fmla="*/ 2006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453297 w 505968"/>
                <a:gd name="connsiteY7" fmla="*/ 98173 h 164600"/>
                <a:gd name="connsiteX8" fmla="*/ 505968 w 505968"/>
                <a:gd name="connsiteY8" fmla="*/ 164600 h 164600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86137 w 505968"/>
                <a:gd name="connsiteY3" fmla="*/ 1625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453297 w 505968"/>
                <a:gd name="connsiteY7" fmla="*/ 98173 h 164600"/>
                <a:gd name="connsiteX8" fmla="*/ 505968 w 505968"/>
                <a:gd name="connsiteY8" fmla="*/ 164600 h 164600"/>
                <a:gd name="connsiteX0" fmla="*/ 0 w 505968"/>
                <a:gd name="connsiteY0" fmla="*/ 158703 h 164799"/>
                <a:gd name="connsiteX1" fmla="*/ 58799 w 505968"/>
                <a:gd name="connsiteY1" fmla="*/ 92658 h 164799"/>
                <a:gd name="connsiteX2" fmla="*/ 115824 w 505968"/>
                <a:gd name="connsiteY2" fmla="*/ 42879 h 164799"/>
                <a:gd name="connsiteX3" fmla="*/ 191131 w 505968"/>
                <a:gd name="connsiteY3" fmla="*/ 10743 h 164799"/>
                <a:gd name="connsiteX4" fmla="*/ 262128 w 505968"/>
                <a:gd name="connsiteY4" fmla="*/ 207 h 164799"/>
                <a:gd name="connsiteX5" fmla="*/ 340940 w 505968"/>
                <a:gd name="connsiteY5" fmla="*/ 18363 h 164799"/>
                <a:gd name="connsiteX6" fmla="*/ 402336 w 505968"/>
                <a:gd name="connsiteY6" fmla="*/ 48975 h 164799"/>
                <a:gd name="connsiteX7" fmla="*/ 453297 w 505968"/>
                <a:gd name="connsiteY7" fmla="*/ 98372 h 164799"/>
                <a:gd name="connsiteX8" fmla="*/ 505968 w 505968"/>
                <a:gd name="connsiteY8" fmla="*/ 164799 h 164799"/>
                <a:gd name="connsiteX0" fmla="*/ 0 w 505968"/>
                <a:gd name="connsiteY0" fmla="*/ 158515 h 164611"/>
                <a:gd name="connsiteX1" fmla="*/ 58799 w 505968"/>
                <a:gd name="connsiteY1" fmla="*/ 92470 h 164611"/>
                <a:gd name="connsiteX2" fmla="*/ 115824 w 505968"/>
                <a:gd name="connsiteY2" fmla="*/ 42691 h 164611"/>
                <a:gd name="connsiteX3" fmla="*/ 191131 w 505968"/>
                <a:gd name="connsiteY3" fmla="*/ 10555 h 164611"/>
                <a:gd name="connsiteX4" fmla="*/ 262128 w 505968"/>
                <a:gd name="connsiteY4" fmla="*/ 19 h 164611"/>
                <a:gd name="connsiteX5" fmla="*/ 353424 w 505968"/>
                <a:gd name="connsiteY5" fmla="*/ 12460 h 164611"/>
                <a:gd name="connsiteX6" fmla="*/ 402336 w 505968"/>
                <a:gd name="connsiteY6" fmla="*/ 48787 h 164611"/>
                <a:gd name="connsiteX7" fmla="*/ 453297 w 505968"/>
                <a:gd name="connsiteY7" fmla="*/ 98184 h 164611"/>
                <a:gd name="connsiteX8" fmla="*/ 505968 w 505968"/>
                <a:gd name="connsiteY8" fmla="*/ 164611 h 164611"/>
                <a:gd name="connsiteX0" fmla="*/ 0 w 505968"/>
                <a:gd name="connsiteY0" fmla="*/ 158625 h 164721"/>
                <a:gd name="connsiteX1" fmla="*/ 58799 w 505968"/>
                <a:gd name="connsiteY1" fmla="*/ 9258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02336 w 505968"/>
                <a:gd name="connsiteY6" fmla="*/ 48897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58799 w 505968"/>
                <a:gd name="connsiteY1" fmla="*/ 9258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75769 w 505968"/>
                <a:gd name="connsiteY7" fmla="*/ 11353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75769 w 505968"/>
                <a:gd name="connsiteY7" fmla="*/ 117344 h 164721"/>
                <a:gd name="connsiteX8" fmla="*/ 505968 w 505968"/>
                <a:gd name="connsiteY8" fmla="*/ 164721 h 164721"/>
                <a:gd name="connsiteX0" fmla="*/ 0 w 505968"/>
                <a:gd name="connsiteY0" fmla="*/ 158506 h 164602"/>
                <a:gd name="connsiteX1" fmla="*/ 46315 w 505968"/>
                <a:gd name="connsiteY1" fmla="*/ 100081 h 164602"/>
                <a:gd name="connsiteX2" fmla="*/ 115824 w 505968"/>
                <a:gd name="connsiteY2" fmla="*/ 42682 h 164602"/>
                <a:gd name="connsiteX3" fmla="*/ 168659 w 505968"/>
                <a:gd name="connsiteY3" fmla="*/ 14356 h 164602"/>
                <a:gd name="connsiteX4" fmla="*/ 262128 w 505968"/>
                <a:gd name="connsiteY4" fmla="*/ 10 h 164602"/>
                <a:gd name="connsiteX5" fmla="*/ 348431 w 505968"/>
                <a:gd name="connsiteY5" fmla="*/ 16261 h 164602"/>
                <a:gd name="connsiteX6" fmla="*/ 412323 w 505968"/>
                <a:gd name="connsiteY6" fmla="*/ 54493 h 164602"/>
                <a:gd name="connsiteX7" fmla="*/ 475769 w 505968"/>
                <a:gd name="connsiteY7" fmla="*/ 117225 h 164602"/>
                <a:gd name="connsiteX8" fmla="*/ 505968 w 505968"/>
                <a:gd name="connsiteY8" fmla="*/ 164602 h 164602"/>
                <a:gd name="connsiteX0" fmla="*/ 0 w 505968"/>
                <a:gd name="connsiteY0" fmla="*/ 158542 h 164638"/>
                <a:gd name="connsiteX1" fmla="*/ 46315 w 505968"/>
                <a:gd name="connsiteY1" fmla="*/ 100117 h 164638"/>
                <a:gd name="connsiteX2" fmla="*/ 115824 w 505968"/>
                <a:gd name="connsiteY2" fmla="*/ 42718 h 164638"/>
                <a:gd name="connsiteX3" fmla="*/ 176150 w 505968"/>
                <a:gd name="connsiteY3" fmla="*/ 12487 h 164638"/>
                <a:gd name="connsiteX4" fmla="*/ 262128 w 505968"/>
                <a:gd name="connsiteY4" fmla="*/ 46 h 164638"/>
                <a:gd name="connsiteX5" fmla="*/ 348431 w 505968"/>
                <a:gd name="connsiteY5" fmla="*/ 16297 h 164638"/>
                <a:gd name="connsiteX6" fmla="*/ 412323 w 505968"/>
                <a:gd name="connsiteY6" fmla="*/ 54529 h 164638"/>
                <a:gd name="connsiteX7" fmla="*/ 475769 w 505968"/>
                <a:gd name="connsiteY7" fmla="*/ 117261 h 164638"/>
                <a:gd name="connsiteX8" fmla="*/ 505968 w 505968"/>
                <a:gd name="connsiteY8" fmla="*/ 164638 h 164638"/>
                <a:gd name="connsiteX0" fmla="*/ 0 w 505968"/>
                <a:gd name="connsiteY0" fmla="*/ 158542 h 164638"/>
                <a:gd name="connsiteX1" fmla="*/ 46315 w 505968"/>
                <a:gd name="connsiteY1" fmla="*/ 100117 h 164638"/>
                <a:gd name="connsiteX2" fmla="*/ 115824 w 505968"/>
                <a:gd name="connsiteY2" fmla="*/ 42718 h 164638"/>
                <a:gd name="connsiteX3" fmla="*/ 176150 w 505968"/>
                <a:gd name="connsiteY3" fmla="*/ 12487 h 164638"/>
                <a:gd name="connsiteX4" fmla="*/ 262128 w 505968"/>
                <a:gd name="connsiteY4" fmla="*/ 46 h 164638"/>
                <a:gd name="connsiteX5" fmla="*/ 348431 w 505968"/>
                <a:gd name="connsiteY5" fmla="*/ 16297 h 164638"/>
                <a:gd name="connsiteX6" fmla="*/ 412323 w 505968"/>
                <a:gd name="connsiteY6" fmla="*/ 54529 h 164638"/>
                <a:gd name="connsiteX7" fmla="*/ 473272 w 505968"/>
                <a:gd name="connsiteY7" fmla="*/ 111546 h 164638"/>
                <a:gd name="connsiteX8" fmla="*/ 505968 w 505968"/>
                <a:gd name="connsiteY8" fmla="*/ 164638 h 164638"/>
                <a:gd name="connsiteX0" fmla="*/ 0 w 508465"/>
                <a:gd name="connsiteY0" fmla="*/ 158542 h 164638"/>
                <a:gd name="connsiteX1" fmla="*/ 46315 w 508465"/>
                <a:gd name="connsiteY1" fmla="*/ 100117 h 164638"/>
                <a:gd name="connsiteX2" fmla="*/ 115824 w 508465"/>
                <a:gd name="connsiteY2" fmla="*/ 42718 h 164638"/>
                <a:gd name="connsiteX3" fmla="*/ 176150 w 508465"/>
                <a:gd name="connsiteY3" fmla="*/ 12487 h 164638"/>
                <a:gd name="connsiteX4" fmla="*/ 262128 w 508465"/>
                <a:gd name="connsiteY4" fmla="*/ 46 h 164638"/>
                <a:gd name="connsiteX5" fmla="*/ 348431 w 508465"/>
                <a:gd name="connsiteY5" fmla="*/ 16297 h 164638"/>
                <a:gd name="connsiteX6" fmla="*/ 412323 w 508465"/>
                <a:gd name="connsiteY6" fmla="*/ 54529 h 164638"/>
                <a:gd name="connsiteX7" fmla="*/ 473272 w 508465"/>
                <a:gd name="connsiteY7" fmla="*/ 111546 h 164638"/>
                <a:gd name="connsiteX8" fmla="*/ 508465 w 508465"/>
                <a:gd name="connsiteY8" fmla="*/ 164638 h 164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8465" h="164638">
                  <a:moveTo>
                    <a:pt x="0" y="158542"/>
                  </a:moveTo>
                  <a:cubicBezTo>
                    <a:pt x="9800" y="147535"/>
                    <a:pt x="27011" y="119421"/>
                    <a:pt x="46315" y="100117"/>
                  </a:cubicBezTo>
                  <a:cubicBezTo>
                    <a:pt x="65619" y="80813"/>
                    <a:pt x="94185" y="57323"/>
                    <a:pt x="115824" y="42718"/>
                  </a:cubicBezTo>
                  <a:cubicBezTo>
                    <a:pt x="137463" y="28113"/>
                    <a:pt x="151766" y="19599"/>
                    <a:pt x="176150" y="12487"/>
                  </a:cubicBezTo>
                  <a:cubicBezTo>
                    <a:pt x="200534" y="5375"/>
                    <a:pt x="233415" y="-589"/>
                    <a:pt x="262128" y="46"/>
                  </a:cubicBezTo>
                  <a:cubicBezTo>
                    <a:pt x="290841" y="681"/>
                    <a:pt x="325063" y="8169"/>
                    <a:pt x="348431" y="16297"/>
                  </a:cubicBezTo>
                  <a:cubicBezTo>
                    <a:pt x="371799" y="24425"/>
                    <a:pt x="391516" y="38654"/>
                    <a:pt x="412323" y="54529"/>
                  </a:cubicBezTo>
                  <a:cubicBezTo>
                    <a:pt x="433130" y="70404"/>
                    <a:pt x="456000" y="92242"/>
                    <a:pt x="473272" y="111546"/>
                  </a:cubicBezTo>
                  <a:cubicBezTo>
                    <a:pt x="490544" y="130850"/>
                    <a:pt x="499687" y="153567"/>
                    <a:pt x="508465" y="164638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2" name="Oval 101"/>
            <p:cNvSpPr/>
            <p:nvPr/>
          </p:nvSpPr>
          <p:spPr>
            <a:xfrm>
              <a:off x="5148804" y="870600"/>
              <a:ext cx="241425" cy="24142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03" name="Straight Connector 102"/>
            <p:cNvCxnSpPr/>
            <p:nvPr/>
          </p:nvCxnSpPr>
          <p:spPr>
            <a:xfrm>
              <a:off x="5075545" y="1264251"/>
              <a:ext cx="387943" cy="6097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7536103" y="1743784"/>
            <a:ext cx="81963" cy="93642"/>
            <a:chOff x="5075545" y="870600"/>
            <a:chExt cx="387943" cy="399748"/>
          </a:xfrm>
        </p:grpSpPr>
        <p:sp>
          <p:nvSpPr>
            <p:cNvPr id="105" name="Freeform 104"/>
            <p:cNvSpPr/>
            <p:nvPr/>
          </p:nvSpPr>
          <p:spPr>
            <a:xfrm>
              <a:off x="5075545" y="1098274"/>
              <a:ext cx="387943" cy="164638"/>
            </a:xfrm>
            <a:custGeom>
              <a:avLst/>
              <a:gdLst>
                <a:gd name="connsiteX0" fmla="*/ 0 w 505968"/>
                <a:gd name="connsiteY0" fmla="*/ 158538 h 164634"/>
                <a:gd name="connsiteX1" fmla="*/ 115824 w 505968"/>
                <a:gd name="connsiteY1" fmla="*/ 42714 h 164634"/>
                <a:gd name="connsiteX2" fmla="*/ 262128 w 505968"/>
                <a:gd name="connsiteY2" fmla="*/ 42 h 164634"/>
                <a:gd name="connsiteX3" fmla="*/ 402336 w 505968"/>
                <a:gd name="connsiteY3" fmla="*/ 48810 h 164634"/>
                <a:gd name="connsiteX4" fmla="*/ 505968 w 505968"/>
                <a:gd name="connsiteY4" fmla="*/ 164634 h 164634"/>
                <a:gd name="connsiteX0" fmla="*/ 0 w 505968"/>
                <a:gd name="connsiteY0" fmla="*/ 158523 h 164619"/>
                <a:gd name="connsiteX1" fmla="*/ 58799 w 505968"/>
                <a:gd name="connsiteY1" fmla="*/ 92478 h 164619"/>
                <a:gd name="connsiteX2" fmla="*/ 115824 w 505968"/>
                <a:gd name="connsiteY2" fmla="*/ 42699 h 164619"/>
                <a:gd name="connsiteX3" fmla="*/ 262128 w 505968"/>
                <a:gd name="connsiteY3" fmla="*/ 27 h 164619"/>
                <a:gd name="connsiteX4" fmla="*/ 402336 w 505968"/>
                <a:gd name="connsiteY4" fmla="*/ 48795 h 164619"/>
                <a:gd name="connsiteX5" fmla="*/ 505968 w 505968"/>
                <a:gd name="connsiteY5" fmla="*/ 164619 h 164619"/>
                <a:gd name="connsiteX0" fmla="*/ 0 w 505968"/>
                <a:gd name="connsiteY0" fmla="*/ 159303 h 165399"/>
                <a:gd name="connsiteX1" fmla="*/ 58799 w 505968"/>
                <a:gd name="connsiteY1" fmla="*/ 93258 h 165399"/>
                <a:gd name="connsiteX2" fmla="*/ 115824 w 505968"/>
                <a:gd name="connsiteY2" fmla="*/ 43479 h 165399"/>
                <a:gd name="connsiteX3" fmla="*/ 173653 w 505968"/>
                <a:gd name="connsiteY3" fmla="*/ 20868 h 165399"/>
                <a:gd name="connsiteX4" fmla="*/ 262128 w 505968"/>
                <a:gd name="connsiteY4" fmla="*/ 807 h 165399"/>
                <a:gd name="connsiteX5" fmla="*/ 402336 w 505968"/>
                <a:gd name="connsiteY5" fmla="*/ 49575 h 165399"/>
                <a:gd name="connsiteX6" fmla="*/ 505968 w 505968"/>
                <a:gd name="connsiteY6" fmla="*/ 165399 h 165399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73653 w 505968"/>
                <a:gd name="connsiteY3" fmla="*/ 2006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505968 w 505968"/>
                <a:gd name="connsiteY7" fmla="*/ 164600 h 164600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73653 w 505968"/>
                <a:gd name="connsiteY3" fmla="*/ 2006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453297 w 505968"/>
                <a:gd name="connsiteY7" fmla="*/ 98173 h 164600"/>
                <a:gd name="connsiteX8" fmla="*/ 505968 w 505968"/>
                <a:gd name="connsiteY8" fmla="*/ 164600 h 164600"/>
                <a:gd name="connsiteX0" fmla="*/ 0 w 505968"/>
                <a:gd name="connsiteY0" fmla="*/ 158504 h 164600"/>
                <a:gd name="connsiteX1" fmla="*/ 58799 w 505968"/>
                <a:gd name="connsiteY1" fmla="*/ 92459 h 164600"/>
                <a:gd name="connsiteX2" fmla="*/ 115824 w 505968"/>
                <a:gd name="connsiteY2" fmla="*/ 42680 h 164600"/>
                <a:gd name="connsiteX3" fmla="*/ 186137 w 505968"/>
                <a:gd name="connsiteY3" fmla="*/ 16259 h 164600"/>
                <a:gd name="connsiteX4" fmla="*/ 262128 w 505968"/>
                <a:gd name="connsiteY4" fmla="*/ 8 h 164600"/>
                <a:gd name="connsiteX5" fmla="*/ 340940 w 505968"/>
                <a:gd name="connsiteY5" fmla="*/ 18164 h 164600"/>
                <a:gd name="connsiteX6" fmla="*/ 402336 w 505968"/>
                <a:gd name="connsiteY6" fmla="*/ 48776 h 164600"/>
                <a:gd name="connsiteX7" fmla="*/ 453297 w 505968"/>
                <a:gd name="connsiteY7" fmla="*/ 98173 h 164600"/>
                <a:gd name="connsiteX8" fmla="*/ 505968 w 505968"/>
                <a:gd name="connsiteY8" fmla="*/ 164600 h 164600"/>
                <a:gd name="connsiteX0" fmla="*/ 0 w 505968"/>
                <a:gd name="connsiteY0" fmla="*/ 158703 h 164799"/>
                <a:gd name="connsiteX1" fmla="*/ 58799 w 505968"/>
                <a:gd name="connsiteY1" fmla="*/ 92658 h 164799"/>
                <a:gd name="connsiteX2" fmla="*/ 115824 w 505968"/>
                <a:gd name="connsiteY2" fmla="*/ 42879 h 164799"/>
                <a:gd name="connsiteX3" fmla="*/ 191131 w 505968"/>
                <a:gd name="connsiteY3" fmla="*/ 10743 h 164799"/>
                <a:gd name="connsiteX4" fmla="*/ 262128 w 505968"/>
                <a:gd name="connsiteY4" fmla="*/ 207 h 164799"/>
                <a:gd name="connsiteX5" fmla="*/ 340940 w 505968"/>
                <a:gd name="connsiteY5" fmla="*/ 18363 h 164799"/>
                <a:gd name="connsiteX6" fmla="*/ 402336 w 505968"/>
                <a:gd name="connsiteY6" fmla="*/ 48975 h 164799"/>
                <a:gd name="connsiteX7" fmla="*/ 453297 w 505968"/>
                <a:gd name="connsiteY7" fmla="*/ 98372 h 164799"/>
                <a:gd name="connsiteX8" fmla="*/ 505968 w 505968"/>
                <a:gd name="connsiteY8" fmla="*/ 164799 h 164799"/>
                <a:gd name="connsiteX0" fmla="*/ 0 w 505968"/>
                <a:gd name="connsiteY0" fmla="*/ 158515 h 164611"/>
                <a:gd name="connsiteX1" fmla="*/ 58799 w 505968"/>
                <a:gd name="connsiteY1" fmla="*/ 92470 h 164611"/>
                <a:gd name="connsiteX2" fmla="*/ 115824 w 505968"/>
                <a:gd name="connsiteY2" fmla="*/ 42691 h 164611"/>
                <a:gd name="connsiteX3" fmla="*/ 191131 w 505968"/>
                <a:gd name="connsiteY3" fmla="*/ 10555 h 164611"/>
                <a:gd name="connsiteX4" fmla="*/ 262128 w 505968"/>
                <a:gd name="connsiteY4" fmla="*/ 19 h 164611"/>
                <a:gd name="connsiteX5" fmla="*/ 353424 w 505968"/>
                <a:gd name="connsiteY5" fmla="*/ 12460 h 164611"/>
                <a:gd name="connsiteX6" fmla="*/ 402336 w 505968"/>
                <a:gd name="connsiteY6" fmla="*/ 48787 h 164611"/>
                <a:gd name="connsiteX7" fmla="*/ 453297 w 505968"/>
                <a:gd name="connsiteY7" fmla="*/ 98184 h 164611"/>
                <a:gd name="connsiteX8" fmla="*/ 505968 w 505968"/>
                <a:gd name="connsiteY8" fmla="*/ 164611 h 164611"/>
                <a:gd name="connsiteX0" fmla="*/ 0 w 505968"/>
                <a:gd name="connsiteY0" fmla="*/ 158625 h 164721"/>
                <a:gd name="connsiteX1" fmla="*/ 58799 w 505968"/>
                <a:gd name="connsiteY1" fmla="*/ 9258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02336 w 505968"/>
                <a:gd name="connsiteY6" fmla="*/ 48897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58799 w 505968"/>
                <a:gd name="connsiteY1" fmla="*/ 9258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53297 w 505968"/>
                <a:gd name="connsiteY7" fmla="*/ 9829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75769 w 505968"/>
                <a:gd name="connsiteY7" fmla="*/ 113534 h 164721"/>
                <a:gd name="connsiteX8" fmla="*/ 505968 w 505968"/>
                <a:gd name="connsiteY8" fmla="*/ 164721 h 164721"/>
                <a:gd name="connsiteX0" fmla="*/ 0 w 505968"/>
                <a:gd name="connsiteY0" fmla="*/ 158625 h 164721"/>
                <a:gd name="connsiteX1" fmla="*/ 46315 w 505968"/>
                <a:gd name="connsiteY1" fmla="*/ 100200 h 164721"/>
                <a:gd name="connsiteX2" fmla="*/ 115824 w 505968"/>
                <a:gd name="connsiteY2" fmla="*/ 42801 h 164721"/>
                <a:gd name="connsiteX3" fmla="*/ 191131 w 505968"/>
                <a:gd name="connsiteY3" fmla="*/ 10665 h 164721"/>
                <a:gd name="connsiteX4" fmla="*/ 262128 w 505968"/>
                <a:gd name="connsiteY4" fmla="*/ 129 h 164721"/>
                <a:gd name="connsiteX5" fmla="*/ 348431 w 505968"/>
                <a:gd name="connsiteY5" fmla="*/ 16380 h 164721"/>
                <a:gd name="connsiteX6" fmla="*/ 412323 w 505968"/>
                <a:gd name="connsiteY6" fmla="*/ 54612 h 164721"/>
                <a:gd name="connsiteX7" fmla="*/ 475769 w 505968"/>
                <a:gd name="connsiteY7" fmla="*/ 117344 h 164721"/>
                <a:gd name="connsiteX8" fmla="*/ 505968 w 505968"/>
                <a:gd name="connsiteY8" fmla="*/ 164721 h 164721"/>
                <a:gd name="connsiteX0" fmla="*/ 0 w 505968"/>
                <a:gd name="connsiteY0" fmla="*/ 158506 h 164602"/>
                <a:gd name="connsiteX1" fmla="*/ 46315 w 505968"/>
                <a:gd name="connsiteY1" fmla="*/ 100081 h 164602"/>
                <a:gd name="connsiteX2" fmla="*/ 115824 w 505968"/>
                <a:gd name="connsiteY2" fmla="*/ 42682 h 164602"/>
                <a:gd name="connsiteX3" fmla="*/ 168659 w 505968"/>
                <a:gd name="connsiteY3" fmla="*/ 14356 h 164602"/>
                <a:gd name="connsiteX4" fmla="*/ 262128 w 505968"/>
                <a:gd name="connsiteY4" fmla="*/ 10 h 164602"/>
                <a:gd name="connsiteX5" fmla="*/ 348431 w 505968"/>
                <a:gd name="connsiteY5" fmla="*/ 16261 h 164602"/>
                <a:gd name="connsiteX6" fmla="*/ 412323 w 505968"/>
                <a:gd name="connsiteY6" fmla="*/ 54493 h 164602"/>
                <a:gd name="connsiteX7" fmla="*/ 475769 w 505968"/>
                <a:gd name="connsiteY7" fmla="*/ 117225 h 164602"/>
                <a:gd name="connsiteX8" fmla="*/ 505968 w 505968"/>
                <a:gd name="connsiteY8" fmla="*/ 164602 h 164602"/>
                <a:gd name="connsiteX0" fmla="*/ 0 w 505968"/>
                <a:gd name="connsiteY0" fmla="*/ 158542 h 164638"/>
                <a:gd name="connsiteX1" fmla="*/ 46315 w 505968"/>
                <a:gd name="connsiteY1" fmla="*/ 100117 h 164638"/>
                <a:gd name="connsiteX2" fmla="*/ 115824 w 505968"/>
                <a:gd name="connsiteY2" fmla="*/ 42718 h 164638"/>
                <a:gd name="connsiteX3" fmla="*/ 176150 w 505968"/>
                <a:gd name="connsiteY3" fmla="*/ 12487 h 164638"/>
                <a:gd name="connsiteX4" fmla="*/ 262128 w 505968"/>
                <a:gd name="connsiteY4" fmla="*/ 46 h 164638"/>
                <a:gd name="connsiteX5" fmla="*/ 348431 w 505968"/>
                <a:gd name="connsiteY5" fmla="*/ 16297 h 164638"/>
                <a:gd name="connsiteX6" fmla="*/ 412323 w 505968"/>
                <a:gd name="connsiteY6" fmla="*/ 54529 h 164638"/>
                <a:gd name="connsiteX7" fmla="*/ 475769 w 505968"/>
                <a:gd name="connsiteY7" fmla="*/ 117261 h 164638"/>
                <a:gd name="connsiteX8" fmla="*/ 505968 w 505968"/>
                <a:gd name="connsiteY8" fmla="*/ 164638 h 164638"/>
                <a:gd name="connsiteX0" fmla="*/ 0 w 505968"/>
                <a:gd name="connsiteY0" fmla="*/ 158542 h 164638"/>
                <a:gd name="connsiteX1" fmla="*/ 46315 w 505968"/>
                <a:gd name="connsiteY1" fmla="*/ 100117 h 164638"/>
                <a:gd name="connsiteX2" fmla="*/ 115824 w 505968"/>
                <a:gd name="connsiteY2" fmla="*/ 42718 h 164638"/>
                <a:gd name="connsiteX3" fmla="*/ 176150 w 505968"/>
                <a:gd name="connsiteY3" fmla="*/ 12487 h 164638"/>
                <a:gd name="connsiteX4" fmla="*/ 262128 w 505968"/>
                <a:gd name="connsiteY4" fmla="*/ 46 h 164638"/>
                <a:gd name="connsiteX5" fmla="*/ 348431 w 505968"/>
                <a:gd name="connsiteY5" fmla="*/ 16297 h 164638"/>
                <a:gd name="connsiteX6" fmla="*/ 412323 w 505968"/>
                <a:gd name="connsiteY6" fmla="*/ 54529 h 164638"/>
                <a:gd name="connsiteX7" fmla="*/ 473272 w 505968"/>
                <a:gd name="connsiteY7" fmla="*/ 111546 h 164638"/>
                <a:gd name="connsiteX8" fmla="*/ 505968 w 505968"/>
                <a:gd name="connsiteY8" fmla="*/ 164638 h 164638"/>
                <a:gd name="connsiteX0" fmla="*/ 0 w 508465"/>
                <a:gd name="connsiteY0" fmla="*/ 158542 h 164638"/>
                <a:gd name="connsiteX1" fmla="*/ 46315 w 508465"/>
                <a:gd name="connsiteY1" fmla="*/ 100117 h 164638"/>
                <a:gd name="connsiteX2" fmla="*/ 115824 w 508465"/>
                <a:gd name="connsiteY2" fmla="*/ 42718 h 164638"/>
                <a:gd name="connsiteX3" fmla="*/ 176150 w 508465"/>
                <a:gd name="connsiteY3" fmla="*/ 12487 h 164638"/>
                <a:gd name="connsiteX4" fmla="*/ 262128 w 508465"/>
                <a:gd name="connsiteY4" fmla="*/ 46 h 164638"/>
                <a:gd name="connsiteX5" fmla="*/ 348431 w 508465"/>
                <a:gd name="connsiteY5" fmla="*/ 16297 h 164638"/>
                <a:gd name="connsiteX6" fmla="*/ 412323 w 508465"/>
                <a:gd name="connsiteY6" fmla="*/ 54529 h 164638"/>
                <a:gd name="connsiteX7" fmla="*/ 473272 w 508465"/>
                <a:gd name="connsiteY7" fmla="*/ 111546 h 164638"/>
                <a:gd name="connsiteX8" fmla="*/ 508465 w 508465"/>
                <a:gd name="connsiteY8" fmla="*/ 164638 h 164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8465" h="164638">
                  <a:moveTo>
                    <a:pt x="0" y="158542"/>
                  </a:moveTo>
                  <a:cubicBezTo>
                    <a:pt x="9800" y="147535"/>
                    <a:pt x="27011" y="119421"/>
                    <a:pt x="46315" y="100117"/>
                  </a:cubicBezTo>
                  <a:cubicBezTo>
                    <a:pt x="65619" y="80813"/>
                    <a:pt x="94185" y="57323"/>
                    <a:pt x="115824" y="42718"/>
                  </a:cubicBezTo>
                  <a:cubicBezTo>
                    <a:pt x="137463" y="28113"/>
                    <a:pt x="151766" y="19599"/>
                    <a:pt x="176150" y="12487"/>
                  </a:cubicBezTo>
                  <a:cubicBezTo>
                    <a:pt x="200534" y="5375"/>
                    <a:pt x="233415" y="-589"/>
                    <a:pt x="262128" y="46"/>
                  </a:cubicBezTo>
                  <a:cubicBezTo>
                    <a:pt x="290841" y="681"/>
                    <a:pt x="325063" y="8169"/>
                    <a:pt x="348431" y="16297"/>
                  </a:cubicBezTo>
                  <a:cubicBezTo>
                    <a:pt x="371799" y="24425"/>
                    <a:pt x="391516" y="38654"/>
                    <a:pt x="412323" y="54529"/>
                  </a:cubicBezTo>
                  <a:cubicBezTo>
                    <a:pt x="433130" y="70404"/>
                    <a:pt x="456000" y="92242"/>
                    <a:pt x="473272" y="111546"/>
                  </a:cubicBezTo>
                  <a:cubicBezTo>
                    <a:pt x="490544" y="130850"/>
                    <a:pt x="499687" y="153567"/>
                    <a:pt x="508465" y="164638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6" name="Oval 105"/>
            <p:cNvSpPr/>
            <p:nvPr/>
          </p:nvSpPr>
          <p:spPr>
            <a:xfrm>
              <a:off x="5148804" y="870600"/>
              <a:ext cx="241425" cy="24142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07" name="Straight Connector 106"/>
            <p:cNvCxnSpPr/>
            <p:nvPr/>
          </p:nvCxnSpPr>
          <p:spPr>
            <a:xfrm>
              <a:off x="5075545" y="1264251"/>
              <a:ext cx="387943" cy="6097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/>
          <p:cNvGrpSpPr/>
          <p:nvPr/>
        </p:nvGrpSpPr>
        <p:grpSpPr>
          <a:xfrm>
            <a:off x="4444701" y="3690931"/>
            <a:ext cx="100724" cy="78332"/>
            <a:chOff x="5029200" y="871794"/>
            <a:chExt cx="457200" cy="355559"/>
          </a:xfrm>
        </p:grpSpPr>
        <p:sp>
          <p:nvSpPr>
            <p:cNvPr id="109" name="Rectangle 108"/>
            <p:cNvSpPr/>
            <p:nvPr/>
          </p:nvSpPr>
          <p:spPr>
            <a:xfrm>
              <a:off x="5029200" y="872126"/>
              <a:ext cx="457200" cy="355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5029200" y="1100318"/>
              <a:ext cx="4572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ectangle 110"/>
            <p:cNvSpPr/>
            <p:nvPr/>
          </p:nvSpPr>
          <p:spPr>
            <a:xfrm>
              <a:off x="5029200" y="871794"/>
              <a:ext cx="457200" cy="1091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12" name="Straight Connector 111"/>
            <p:cNvCxnSpPr/>
            <p:nvPr/>
          </p:nvCxnSpPr>
          <p:spPr>
            <a:xfrm>
              <a:off x="5150915" y="980944"/>
              <a:ext cx="0" cy="24640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Group 112"/>
          <p:cNvGrpSpPr/>
          <p:nvPr/>
        </p:nvGrpSpPr>
        <p:grpSpPr>
          <a:xfrm rot="1534713">
            <a:off x="5782537" y="2063898"/>
            <a:ext cx="80474" cy="71271"/>
            <a:chOff x="5457866" y="899516"/>
            <a:chExt cx="336247" cy="297795"/>
          </a:xfrm>
        </p:grpSpPr>
        <p:sp>
          <p:nvSpPr>
            <p:cNvPr id="114" name="Freeform 113"/>
            <p:cNvSpPr/>
            <p:nvPr/>
          </p:nvSpPr>
          <p:spPr>
            <a:xfrm>
              <a:off x="5457866" y="899516"/>
              <a:ext cx="336247" cy="285732"/>
            </a:xfrm>
            <a:custGeom>
              <a:avLst/>
              <a:gdLst>
                <a:gd name="connsiteX0" fmla="*/ 283941 w 334117"/>
                <a:gd name="connsiteY0" fmla="*/ 280950 h 321590"/>
                <a:gd name="connsiteX1" fmla="*/ 332201 w 334117"/>
                <a:gd name="connsiteY1" fmla="*/ 219990 h 321590"/>
                <a:gd name="connsiteX2" fmla="*/ 322041 w 334117"/>
                <a:gd name="connsiteY2" fmla="*/ 118390 h 321590"/>
                <a:gd name="connsiteX3" fmla="*/ 299181 w 334117"/>
                <a:gd name="connsiteY3" fmla="*/ 59970 h 321590"/>
                <a:gd name="connsiteX4" fmla="*/ 263621 w 334117"/>
                <a:gd name="connsiteY4" fmla="*/ 24410 h 321590"/>
                <a:gd name="connsiteX5" fmla="*/ 189961 w 334117"/>
                <a:gd name="connsiteY5" fmla="*/ 4090 h 321590"/>
                <a:gd name="connsiteX6" fmla="*/ 106141 w 334117"/>
                <a:gd name="connsiteY6" fmla="*/ 4090 h 321590"/>
                <a:gd name="connsiteX7" fmla="*/ 50261 w 334117"/>
                <a:gd name="connsiteY7" fmla="*/ 47270 h 321590"/>
                <a:gd name="connsiteX8" fmla="*/ 7081 w 334117"/>
                <a:gd name="connsiteY8" fmla="*/ 115850 h 321590"/>
                <a:gd name="connsiteX9" fmla="*/ 2001 w 334117"/>
                <a:gd name="connsiteY9" fmla="*/ 186970 h 321590"/>
                <a:gd name="connsiteX10" fmla="*/ 27401 w 334117"/>
                <a:gd name="connsiteY10" fmla="*/ 240310 h 321590"/>
                <a:gd name="connsiteX11" fmla="*/ 35021 w 334117"/>
                <a:gd name="connsiteY11" fmla="*/ 253010 h 321590"/>
                <a:gd name="connsiteX12" fmla="*/ 65501 w 334117"/>
                <a:gd name="connsiteY12" fmla="*/ 291110 h 321590"/>
                <a:gd name="connsiteX13" fmla="*/ 116301 w 334117"/>
                <a:gd name="connsiteY13" fmla="*/ 321590 h 321590"/>
                <a:gd name="connsiteX0" fmla="*/ 282835 w 333011"/>
                <a:gd name="connsiteY0" fmla="*/ 280950 h 321590"/>
                <a:gd name="connsiteX1" fmla="*/ 331095 w 333011"/>
                <a:gd name="connsiteY1" fmla="*/ 219990 h 321590"/>
                <a:gd name="connsiteX2" fmla="*/ 320935 w 333011"/>
                <a:gd name="connsiteY2" fmla="*/ 118390 h 321590"/>
                <a:gd name="connsiteX3" fmla="*/ 298075 w 333011"/>
                <a:gd name="connsiteY3" fmla="*/ 59970 h 321590"/>
                <a:gd name="connsiteX4" fmla="*/ 262515 w 333011"/>
                <a:gd name="connsiteY4" fmla="*/ 24410 h 321590"/>
                <a:gd name="connsiteX5" fmla="*/ 188855 w 333011"/>
                <a:gd name="connsiteY5" fmla="*/ 4090 h 321590"/>
                <a:gd name="connsiteX6" fmla="*/ 105035 w 333011"/>
                <a:gd name="connsiteY6" fmla="*/ 4090 h 321590"/>
                <a:gd name="connsiteX7" fmla="*/ 49155 w 333011"/>
                <a:gd name="connsiteY7" fmla="*/ 47270 h 321590"/>
                <a:gd name="connsiteX8" fmla="*/ 5975 w 333011"/>
                <a:gd name="connsiteY8" fmla="*/ 115850 h 321590"/>
                <a:gd name="connsiteX9" fmla="*/ 895 w 333011"/>
                <a:gd name="connsiteY9" fmla="*/ 186970 h 321590"/>
                <a:gd name="connsiteX10" fmla="*/ 11055 w 333011"/>
                <a:gd name="connsiteY10" fmla="*/ 234595 h 321590"/>
                <a:gd name="connsiteX11" fmla="*/ 33915 w 333011"/>
                <a:gd name="connsiteY11" fmla="*/ 253010 h 321590"/>
                <a:gd name="connsiteX12" fmla="*/ 64395 w 333011"/>
                <a:gd name="connsiteY12" fmla="*/ 291110 h 321590"/>
                <a:gd name="connsiteX13" fmla="*/ 115195 w 333011"/>
                <a:gd name="connsiteY13" fmla="*/ 321590 h 321590"/>
                <a:gd name="connsiteX0" fmla="*/ 282835 w 333011"/>
                <a:gd name="connsiteY0" fmla="*/ 280950 h 321590"/>
                <a:gd name="connsiteX1" fmla="*/ 331095 w 333011"/>
                <a:gd name="connsiteY1" fmla="*/ 219990 h 321590"/>
                <a:gd name="connsiteX2" fmla="*/ 320935 w 333011"/>
                <a:gd name="connsiteY2" fmla="*/ 118390 h 321590"/>
                <a:gd name="connsiteX3" fmla="*/ 298075 w 333011"/>
                <a:gd name="connsiteY3" fmla="*/ 59970 h 321590"/>
                <a:gd name="connsiteX4" fmla="*/ 262515 w 333011"/>
                <a:gd name="connsiteY4" fmla="*/ 24410 h 321590"/>
                <a:gd name="connsiteX5" fmla="*/ 188855 w 333011"/>
                <a:gd name="connsiteY5" fmla="*/ 4090 h 321590"/>
                <a:gd name="connsiteX6" fmla="*/ 105035 w 333011"/>
                <a:gd name="connsiteY6" fmla="*/ 4090 h 321590"/>
                <a:gd name="connsiteX7" fmla="*/ 49155 w 333011"/>
                <a:gd name="connsiteY7" fmla="*/ 47270 h 321590"/>
                <a:gd name="connsiteX8" fmla="*/ 5975 w 333011"/>
                <a:gd name="connsiteY8" fmla="*/ 115850 h 321590"/>
                <a:gd name="connsiteX9" fmla="*/ 895 w 333011"/>
                <a:gd name="connsiteY9" fmla="*/ 186970 h 321590"/>
                <a:gd name="connsiteX10" fmla="*/ 11055 w 333011"/>
                <a:gd name="connsiteY10" fmla="*/ 234595 h 321590"/>
                <a:gd name="connsiteX11" fmla="*/ 30105 w 333011"/>
                <a:gd name="connsiteY11" fmla="*/ 268250 h 321590"/>
                <a:gd name="connsiteX12" fmla="*/ 64395 w 333011"/>
                <a:gd name="connsiteY12" fmla="*/ 291110 h 321590"/>
                <a:gd name="connsiteX13" fmla="*/ 115195 w 333011"/>
                <a:gd name="connsiteY13" fmla="*/ 321590 h 321590"/>
                <a:gd name="connsiteX0" fmla="*/ 282835 w 333011"/>
                <a:gd name="connsiteY0" fmla="*/ 280950 h 321590"/>
                <a:gd name="connsiteX1" fmla="*/ 331095 w 333011"/>
                <a:gd name="connsiteY1" fmla="*/ 219990 h 321590"/>
                <a:gd name="connsiteX2" fmla="*/ 320935 w 333011"/>
                <a:gd name="connsiteY2" fmla="*/ 118390 h 321590"/>
                <a:gd name="connsiteX3" fmla="*/ 298075 w 333011"/>
                <a:gd name="connsiteY3" fmla="*/ 59970 h 321590"/>
                <a:gd name="connsiteX4" fmla="*/ 262515 w 333011"/>
                <a:gd name="connsiteY4" fmla="*/ 24410 h 321590"/>
                <a:gd name="connsiteX5" fmla="*/ 188855 w 333011"/>
                <a:gd name="connsiteY5" fmla="*/ 4090 h 321590"/>
                <a:gd name="connsiteX6" fmla="*/ 105035 w 333011"/>
                <a:gd name="connsiteY6" fmla="*/ 4090 h 321590"/>
                <a:gd name="connsiteX7" fmla="*/ 49155 w 333011"/>
                <a:gd name="connsiteY7" fmla="*/ 47270 h 321590"/>
                <a:gd name="connsiteX8" fmla="*/ 5975 w 333011"/>
                <a:gd name="connsiteY8" fmla="*/ 115850 h 321590"/>
                <a:gd name="connsiteX9" fmla="*/ 895 w 333011"/>
                <a:gd name="connsiteY9" fmla="*/ 186970 h 321590"/>
                <a:gd name="connsiteX10" fmla="*/ 11055 w 333011"/>
                <a:gd name="connsiteY10" fmla="*/ 234595 h 321590"/>
                <a:gd name="connsiteX11" fmla="*/ 30105 w 333011"/>
                <a:gd name="connsiteY11" fmla="*/ 268250 h 321590"/>
                <a:gd name="connsiteX12" fmla="*/ 64395 w 333011"/>
                <a:gd name="connsiteY12" fmla="*/ 291110 h 321590"/>
                <a:gd name="connsiteX13" fmla="*/ 115195 w 333011"/>
                <a:gd name="connsiteY13" fmla="*/ 321590 h 321590"/>
                <a:gd name="connsiteX0" fmla="*/ 282835 w 333011"/>
                <a:gd name="connsiteY0" fmla="*/ 280950 h 313970"/>
                <a:gd name="connsiteX1" fmla="*/ 331095 w 333011"/>
                <a:gd name="connsiteY1" fmla="*/ 219990 h 313970"/>
                <a:gd name="connsiteX2" fmla="*/ 320935 w 333011"/>
                <a:gd name="connsiteY2" fmla="*/ 118390 h 313970"/>
                <a:gd name="connsiteX3" fmla="*/ 298075 w 333011"/>
                <a:gd name="connsiteY3" fmla="*/ 59970 h 313970"/>
                <a:gd name="connsiteX4" fmla="*/ 262515 w 333011"/>
                <a:gd name="connsiteY4" fmla="*/ 24410 h 313970"/>
                <a:gd name="connsiteX5" fmla="*/ 188855 w 333011"/>
                <a:gd name="connsiteY5" fmla="*/ 4090 h 313970"/>
                <a:gd name="connsiteX6" fmla="*/ 105035 w 333011"/>
                <a:gd name="connsiteY6" fmla="*/ 4090 h 313970"/>
                <a:gd name="connsiteX7" fmla="*/ 49155 w 333011"/>
                <a:gd name="connsiteY7" fmla="*/ 47270 h 313970"/>
                <a:gd name="connsiteX8" fmla="*/ 5975 w 333011"/>
                <a:gd name="connsiteY8" fmla="*/ 115850 h 313970"/>
                <a:gd name="connsiteX9" fmla="*/ 895 w 333011"/>
                <a:gd name="connsiteY9" fmla="*/ 186970 h 313970"/>
                <a:gd name="connsiteX10" fmla="*/ 11055 w 333011"/>
                <a:gd name="connsiteY10" fmla="*/ 234595 h 313970"/>
                <a:gd name="connsiteX11" fmla="*/ 30105 w 333011"/>
                <a:gd name="connsiteY11" fmla="*/ 268250 h 313970"/>
                <a:gd name="connsiteX12" fmla="*/ 64395 w 333011"/>
                <a:gd name="connsiteY12" fmla="*/ 291110 h 313970"/>
                <a:gd name="connsiteX13" fmla="*/ 124720 w 333011"/>
                <a:gd name="connsiteY13" fmla="*/ 313970 h 313970"/>
                <a:gd name="connsiteX0" fmla="*/ 282835 w 333011"/>
                <a:gd name="connsiteY0" fmla="*/ 278063 h 311083"/>
                <a:gd name="connsiteX1" fmla="*/ 331095 w 333011"/>
                <a:gd name="connsiteY1" fmla="*/ 217103 h 311083"/>
                <a:gd name="connsiteX2" fmla="*/ 320935 w 333011"/>
                <a:gd name="connsiteY2" fmla="*/ 115503 h 311083"/>
                <a:gd name="connsiteX3" fmla="*/ 298075 w 333011"/>
                <a:gd name="connsiteY3" fmla="*/ 57083 h 311083"/>
                <a:gd name="connsiteX4" fmla="*/ 262515 w 333011"/>
                <a:gd name="connsiteY4" fmla="*/ 21523 h 311083"/>
                <a:gd name="connsiteX5" fmla="*/ 188855 w 333011"/>
                <a:gd name="connsiteY5" fmla="*/ 1203 h 311083"/>
                <a:gd name="connsiteX6" fmla="*/ 114560 w 333011"/>
                <a:gd name="connsiteY6" fmla="*/ 6918 h 311083"/>
                <a:gd name="connsiteX7" fmla="*/ 49155 w 333011"/>
                <a:gd name="connsiteY7" fmla="*/ 44383 h 311083"/>
                <a:gd name="connsiteX8" fmla="*/ 5975 w 333011"/>
                <a:gd name="connsiteY8" fmla="*/ 112963 h 311083"/>
                <a:gd name="connsiteX9" fmla="*/ 895 w 333011"/>
                <a:gd name="connsiteY9" fmla="*/ 184083 h 311083"/>
                <a:gd name="connsiteX10" fmla="*/ 11055 w 333011"/>
                <a:gd name="connsiteY10" fmla="*/ 231708 h 311083"/>
                <a:gd name="connsiteX11" fmla="*/ 30105 w 333011"/>
                <a:gd name="connsiteY11" fmla="*/ 265363 h 311083"/>
                <a:gd name="connsiteX12" fmla="*/ 64395 w 333011"/>
                <a:gd name="connsiteY12" fmla="*/ 288223 h 311083"/>
                <a:gd name="connsiteX13" fmla="*/ 124720 w 333011"/>
                <a:gd name="connsiteY13" fmla="*/ 311083 h 311083"/>
                <a:gd name="connsiteX0" fmla="*/ 282835 w 333011"/>
                <a:gd name="connsiteY0" fmla="*/ 275473 h 308493"/>
                <a:gd name="connsiteX1" fmla="*/ 331095 w 333011"/>
                <a:gd name="connsiteY1" fmla="*/ 214513 h 308493"/>
                <a:gd name="connsiteX2" fmla="*/ 320935 w 333011"/>
                <a:gd name="connsiteY2" fmla="*/ 112913 h 308493"/>
                <a:gd name="connsiteX3" fmla="*/ 298075 w 333011"/>
                <a:gd name="connsiteY3" fmla="*/ 54493 h 308493"/>
                <a:gd name="connsiteX4" fmla="*/ 262515 w 333011"/>
                <a:gd name="connsiteY4" fmla="*/ 18933 h 308493"/>
                <a:gd name="connsiteX5" fmla="*/ 200285 w 333011"/>
                <a:gd name="connsiteY5" fmla="*/ 2423 h 308493"/>
                <a:gd name="connsiteX6" fmla="*/ 114560 w 333011"/>
                <a:gd name="connsiteY6" fmla="*/ 4328 h 308493"/>
                <a:gd name="connsiteX7" fmla="*/ 49155 w 333011"/>
                <a:gd name="connsiteY7" fmla="*/ 41793 h 308493"/>
                <a:gd name="connsiteX8" fmla="*/ 5975 w 333011"/>
                <a:gd name="connsiteY8" fmla="*/ 110373 h 308493"/>
                <a:gd name="connsiteX9" fmla="*/ 895 w 333011"/>
                <a:gd name="connsiteY9" fmla="*/ 181493 h 308493"/>
                <a:gd name="connsiteX10" fmla="*/ 11055 w 333011"/>
                <a:gd name="connsiteY10" fmla="*/ 229118 h 308493"/>
                <a:gd name="connsiteX11" fmla="*/ 30105 w 333011"/>
                <a:gd name="connsiteY11" fmla="*/ 262773 h 308493"/>
                <a:gd name="connsiteX12" fmla="*/ 64395 w 333011"/>
                <a:gd name="connsiteY12" fmla="*/ 285633 h 308493"/>
                <a:gd name="connsiteX13" fmla="*/ 124720 w 333011"/>
                <a:gd name="connsiteY13" fmla="*/ 308493 h 308493"/>
                <a:gd name="connsiteX0" fmla="*/ 282835 w 339331"/>
                <a:gd name="connsiteY0" fmla="*/ 275473 h 308493"/>
                <a:gd name="connsiteX1" fmla="*/ 331095 w 339331"/>
                <a:gd name="connsiteY1" fmla="*/ 214513 h 308493"/>
                <a:gd name="connsiteX2" fmla="*/ 336175 w 339331"/>
                <a:gd name="connsiteY2" fmla="*/ 147203 h 308493"/>
                <a:gd name="connsiteX3" fmla="*/ 298075 w 339331"/>
                <a:gd name="connsiteY3" fmla="*/ 54493 h 308493"/>
                <a:gd name="connsiteX4" fmla="*/ 262515 w 339331"/>
                <a:gd name="connsiteY4" fmla="*/ 18933 h 308493"/>
                <a:gd name="connsiteX5" fmla="*/ 200285 w 339331"/>
                <a:gd name="connsiteY5" fmla="*/ 2423 h 308493"/>
                <a:gd name="connsiteX6" fmla="*/ 114560 w 339331"/>
                <a:gd name="connsiteY6" fmla="*/ 4328 h 308493"/>
                <a:gd name="connsiteX7" fmla="*/ 49155 w 339331"/>
                <a:gd name="connsiteY7" fmla="*/ 41793 h 308493"/>
                <a:gd name="connsiteX8" fmla="*/ 5975 w 339331"/>
                <a:gd name="connsiteY8" fmla="*/ 110373 h 308493"/>
                <a:gd name="connsiteX9" fmla="*/ 895 w 339331"/>
                <a:gd name="connsiteY9" fmla="*/ 181493 h 308493"/>
                <a:gd name="connsiteX10" fmla="*/ 11055 w 339331"/>
                <a:gd name="connsiteY10" fmla="*/ 229118 h 308493"/>
                <a:gd name="connsiteX11" fmla="*/ 30105 w 339331"/>
                <a:gd name="connsiteY11" fmla="*/ 262773 h 308493"/>
                <a:gd name="connsiteX12" fmla="*/ 64395 w 339331"/>
                <a:gd name="connsiteY12" fmla="*/ 285633 h 308493"/>
                <a:gd name="connsiteX13" fmla="*/ 124720 w 339331"/>
                <a:gd name="connsiteY13" fmla="*/ 308493 h 308493"/>
                <a:gd name="connsiteX0" fmla="*/ 282835 w 338364"/>
                <a:gd name="connsiteY0" fmla="*/ 275473 h 308493"/>
                <a:gd name="connsiteX1" fmla="*/ 331095 w 338364"/>
                <a:gd name="connsiteY1" fmla="*/ 214513 h 308493"/>
                <a:gd name="connsiteX2" fmla="*/ 336175 w 338364"/>
                <a:gd name="connsiteY2" fmla="*/ 147203 h 308493"/>
                <a:gd name="connsiteX3" fmla="*/ 311410 w 338364"/>
                <a:gd name="connsiteY3" fmla="*/ 73543 h 308493"/>
                <a:gd name="connsiteX4" fmla="*/ 262515 w 338364"/>
                <a:gd name="connsiteY4" fmla="*/ 18933 h 308493"/>
                <a:gd name="connsiteX5" fmla="*/ 200285 w 338364"/>
                <a:gd name="connsiteY5" fmla="*/ 2423 h 308493"/>
                <a:gd name="connsiteX6" fmla="*/ 114560 w 338364"/>
                <a:gd name="connsiteY6" fmla="*/ 4328 h 308493"/>
                <a:gd name="connsiteX7" fmla="*/ 49155 w 338364"/>
                <a:gd name="connsiteY7" fmla="*/ 41793 h 308493"/>
                <a:gd name="connsiteX8" fmla="*/ 5975 w 338364"/>
                <a:gd name="connsiteY8" fmla="*/ 110373 h 308493"/>
                <a:gd name="connsiteX9" fmla="*/ 895 w 338364"/>
                <a:gd name="connsiteY9" fmla="*/ 181493 h 308493"/>
                <a:gd name="connsiteX10" fmla="*/ 11055 w 338364"/>
                <a:gd name="connsiteY10" fmla="*/ 229118 h 308493"/>
                <a:gd name="connsiteX11" fmla="*/ 30105 w 338364"/>
                <a:gd name="connsiteY11" fmla="*/ 262773 h 308493"/>
                <a:gd name="connsiteX12" fmla="*/ 64395 w 338364"/>
                <a:gd name="connsiteY12" fmla="*/ 285633 h 308493"/>
                <a:gd name="connsiteX13" fmla="*/ 124720 w 338364"/>
                <a:gd name="connsiteY13" fmla="*/ 308493 h 308493"/>
                <a:gd name="connsiteX0" fmla="*/ 282835 w 338364"/>
                <a:gd name="connsiteY0" fmla="*/ 275832 h 308852"/>
                <a:gd name="connsiteX1" fmla="*/ 331095 w 338364"/>
                <a:gd name="connsiteY1" fmla="*/ 214872 h 308852"/>
                <a:gd name="connsiteX2" fmla="*/ 336175 w 338364"/>
                <a:gd name="connsiteY2" fmla="*/ 147562 h 308852"/>
                <a:gd name="connsiteX3" fmla="*/ 311410 w 338364"/>
                <a:gd name="connsiteY3" fmla="*/ 73902 h 308852"/>
                <a:gd name="connsiteX4" fmla="*/ 272040 w 338364"/>
                <a:gd name="connsiteY4" fmla="*/ 25007 h 308852"/>
                <a:gd name="connsiteX5" fmla="*/ 200285 w 338364"/>
                <a:gd name="connsiteY5" fmla="*/ 2782 h 308852"/>
                <a:gd name="connsiteX6" fmla="*/ 114560 w 338364"/>
                <a:gd name="connsiteY6" fmla="*/ 4687 h 308852"/>
                <a:gd name="connsiteX7" fmla="*/ 49155 w 338364"/>
                <a:gd name="connsiteY7" fmla="*/ 42152 h 308852"/>
                <a:gd name="connsiteX8" fmla="*/ 5975 w 338364"/>
                <a:gd name="connsiteY8" fmla="*/ 110732 h 308852"/>
                <a:gd name="connsiteX9" fmla="*/ 895 w 338364"/>
                <a:gd name="connsiteY9" fmla="*/ 181852 h 308852"/>
                <a:gd name="connsiteX10" fmla="*/ 11055 w 338364"/>
                <a:gd name="connsiteY10" fmla="*/ 229477 h 308852"/>
                <a:gd name="connsiteX11" fmla="*/ 30105 w 338364"/>
                <a:gd name="connsiteY11" fmla="*/ 263132 h 308852"/>
                <a:gd name="connsiteX12" fmla="*/ 64395 w 338364"/>
                <a:gd name="connsiteY12" fmla="*/ 285992 h 308852"/>
                <a:gd name="connsiteX13" fmla="*/ 124720 w 338364"/>
                <a:gd name="connsiteY13" fmla="*/ 308852 h 308852"/>
                <a:gd name="connsiteX0" fmla="*/ 282835 w 338364"/>
                <a:gd name="connsiteY0" fmla="*/ 275832 h 285992"/>
                <a:gd name="connsiteX1" fmla="*/ 331095 w 338364"/>
                <a:gd name="connsiteY1" fmla="*/ 214872 h 285992"/>
                <a:gd name="connsiteX2" fmla="*/ 336175 w 338364"/>
                <a:gd name="connsiteY2" fmla="*/ 147562 h 285992"/>
                <a:gd name="connsiteX3" fmla="*/ 311410 w 338364"/>
                <a:gd name="connsiteY3" fmla="*/ 73902 h 285992"/>
                <a:gd name="connsiteX4" fmla="*/ 272040 w 338364"/>
                <a:gd name="connsiteY4" fmla="*/ 25007 h 285992"/>
                <a:gd name="connsiteX5" fmla="*/ 200285 w 338364"/>
                <a:gd name="connsiteY5" fmla="*/ 2782 h 285992"/>
                <a:gd name="connsiteX6" fmla="*/ 114560 w 338364"/>
                <a:gd name="connsiteY6" fmla="*/ 4687 h 285992"/>
                <a:gd name="connsiteX7" fmla="*/ 49155 w 338364"/>
                <a:gd name="connsiteY7" fmla="*/ 42152 h 285992"/>
                <a:gd name="connsiteX8" fmla="*/ 5975 w 338364"/>
                <a:gd name="connsiteY8" fmla="*/ 110732 h 285992"/>
                <a:gd name="connsiteX9" fmla="*/ 895 w 338364"/>
                <a:gd name="connsiteY9" fmla="*/ 181852 h 285992"/>
                <a:gd name="connsiteX10" fmla="*/ 11055 w 338364"/>
                <a:gd name="connsiteY10" fmla="*/ 229477 h 285992"/>
                <a:gd name="connsiteX11" fmla="*/ 30105 w 338364"/>
                <a:gd name="connsiteY11" fmla="*/ 263132 h 285992"/>
                <a:gd name="connsiteX12" fmla="*/ 64395 w 338364"/>
                <a:gd name="connsiteY12" fmla="*/ 285992 h 285992"/>
                <a:gd name="connsiteX0" fmla="*/ 282835 w 338364"/>
                <a:gd name="connsiteY0" fmla="*/ 275832 h 285992"/>
                <a:gd name="connsiteX1" fmla="*/ 331095 w 338364"/>
                <a:gd name="connsiteY1" fmla="*/ 214872 h 285992"/>
                <a:gd name="connsiteX2" fmla="*/ 336175 w 338364"/>
                <a:gd name="connsiteY2" fmla="*/ 147562 h 285992"/>
                <a:gd name="connsiteX3" fmla="*/ 311410 w 338364"/>
                <a:gd name="connsiteY3" fmla="*/ 73902 h 285992"/>
                <a:gd name="connsiteX4" fmla="*/ 272040 w 338364"/>
                <a:gd name="connsiteY4" fmla="*/ 25007 h 285992"/>
                <a:gd name="connsiteX5" fmla="*/ 200285 w 338364"/>
                <a:gd name="connsiteY5" fmla="*/ 2782 h 285992"/>
                <a:gd name="connsiteX6" fmla="*/ 114560 w 338364"/>
                <a:gd name="connsiteY6" fmla="*/ 4687 h 285992"/>
                <a:gd name="connsiteX7" fmla="*/ 49155 w 338364"/>
                <a:gd name="connsiteY7" fmla="*/ 42152 h 285992"/>
                <a:gd name="connsiteX8" fmla="*/ 5975 w 338364"/>
                <a:gd name="connsiteY8" fmla="*/ 110732 h 285992"/>
                <a:gd name="connsiteX9" fmla="*/ 895 w 338364"/>
                <a:gd name="connsiteY9" fmla="*/ 181852 h 285992"/>
                <a:gd name="connsiteX10" fmla="*/ 11055 w 338364"/>
                <a:gd name="connsiteY10" fmla="*/ 229477 h 285992"/>
                <a:gd name="connsiteX11" fmla="*/ 64395 w 338364"/>
                <a:gd name="connsiteY11" fmla="*/ 285992 h 285992"/>
                <a:gd name="connsiteX0" fmla="*/ 280620 w 336149"/>
                <a:gd name="connsiteY0" fmla="*/ 275832 h 285992"/>
                <a:gd name="connsiteX1" fmla="*/ 328880 w 336149"/>
                <a:gd name="connsiteY1" fmla="*/ 214872 h 285992"/>
                <a:gd name="connsiteX2" fmla="*/ 333960 w 336149"/>
                <a:gd name="connsiteY2" fmla="*/ 147562 h 285992"/>
                <a:gd name="connsiteX3" fmla="*/ 309195 w 336149"/>
                <a:gd name="connsiteY3" fmla="*/ 73902 h 285992"/>
                <a:gd name="connsiteX4" fmla="*/ 269825 w 336149"/>
                <a:gd name="connsiteY4" fmla="*/ 25007 h 285992"/>
                <a:gd name="connsiteX5" fmla="*/ 198070 w 336149"/>
                <a:gd name="connsiteY5" fmla="*/ 2782 h 285992"/>
                <a:gd name="connsiteX6" fmla="*/ 112345 w 336149"/>
                <a:gd name="connsiteY6" fmla="*/ 4687 h 285992"/>
                <a:gd name="connsiteX7" fmla="*/ 46940 w 336149"/>
                <a:gd name="connsiteY7" fmla="*/ 42152 h 285992"/>
                <a:gd name="connsiteX8" fmla="*/ 3760 w 336149"/>
                <a:gd name="connsiteY8" fmla="*/ 110732 h 285992"/>
                <a:gd name="connsiteX9" fmla="*/ 8840 w 336149"/>
                <a:gd name="connsiteY9" fmla="*/ 229477 h 285992"/>
                <a:gd name="connsiteX10" fmla="*/ 62180 w 336149"/>
                <a:gd name="connsiteY10" fmla="*/ 285992 h 285992"/>
                <a:gd name="connsiteX0" fmla="*/ 286274 w 341803"/>
                <a:gd name="connsiteY0" fmla="*/ 275832 h 285992"/>
                <a:gd name="connsiteX1" fmla="*/ 334534 w 341803"/>
                <a:gd name="connsiteY1" fmla="*/ 214872 h 285992"/>
                <a:gd name="connsiteX2" fmla="*/ 339614 w 341803"/>
                <a:gd name="connsiteY2" fmla="*/ 147562 h 285992"/>
                <a:gd name="connsiteX3" fmla="*/ 314849 w 341803"/>
                <a:gd name="connsiteY3" fmla="*/ 73902 h 285992"/>
                <a:gd name="connsiteX4" fmla="*/ 275479 w 341803"/>
                <a:gd name="connsiteY4" fmla="*/ 25007 h 285992"/>
                <a:gd name="connsiteX5" fmla="*/ 203724 w 341803"/>
                <a:gd name="connsiteY5" fmla="*/ 2782 h 285992"/>
                <a:gd name="connsiteX6" fmla="*/ 117999 w 341803"/>
                <a:gd name="connsiteY6" fmla="*/ 4687 h 285992"/>
                <a:gd name="connsiteX7" fmla="*/ 52594 w 341803"/>
                <a:gd name="connsiteY7" fmla="*/ 42152 h 285992"/>
                <a:gd name="connsiteX8" fmla="*/ 9414 w 341803"/>
                <a:gd name="connsiteY8" fmla="*/ 110732 h 285992"/>
                <a:gd name="connsiteX9" fmla="*/ 4969 w 341803"/>
                <a:gd name="connsiteY9" fmla="*/ 208522 h 285992"/>
                <a:gd name="connsiteX10" fmla="*/ 67834 w 341803"/>
                <a:gd name="connsiteY10" fmla="*/ 285992 h 285992"/>
                <a:gd name="connsiteX0" fmla="*/ 287257 w 342786"/>
                <a:gd name="connsiteY0" fmla="*/ 275832 h 284087"/>
                <a:gd name="connsiteX1" fmla="*/ 335517 w 342786"/>
                <a:gd name="connsiteY1" fmla="*/ 214872 h 284087"/>
                <a:gd name="connsiteX2" fmla="*/ 340597 w 342786"/>
                <a:gd name="connsiteY2" fmla="*/ 147562 h 284087"/>
                <a:gd name="connsiteX3" fmla="*/ 315832 w 342786"/>
                <a:gd name="connsiteY3" fmla="*/ 73902 h 284087"/>
                <a:gd name="connsiteX4" fmla="*/ 276462 w 342786"/>
                <a:gd name="connsiteY4" fmla="*/ 25007 h 284087"/>
                <a:gd name="connsiteX5" fmla="*/ 204707 w 342786"/>
                <a:gd name="connsiteY5" fmla="*/ 2782 h 284087"/>
                <a:gd name="connsiteX6" fmla="*/ 118982 w 342786"/>
                <a:gd name="connsiteY6" fmla="*/ 4687 h 284087"/>
                <a:gd name="connsiteX7" fmla="*/ 53577 w 342786"/>
                <a:gd name="connsiteY7" fmla="*/ 42152 h 284087"/>
                <a:gd name="connsiteX8" fmla="*/ 10397 w 342786"/>
                <a:gd name="connsiteY8" fmla="*/ 110732 h 284087"/>
                <a:gd name="connsiteX9" fmla="*/ 5952 w 342786"/>
                <a:gd name="connsiteY9" fmla="*/ 208522 h 284087"/>
                <a:gd name="connsiteX10" fmla="*/ 82152 w 342786"/>
                <a:gd name="connsiteY10" fmla="*/ 284087 h 284087"/>
                <a:gd name="connsiteX0" fmla="*/ 281294 w 336823"/>
                <a:gd name="connsiteY0" fmla="*/ 275832 h 284087"/>
                <a:gd name="connsiteX1" fmla="*/ 329554 w 336823"/>
                <a:gd name="connsiteY1" fmla="*/ 214872 h 284087"/>
                <a:gd name="connsiteX2" fmla="*/ 334634 w 336823"/>
                <a:gd name="connsiteY2" fmla="*/ 147562 h 284087"/>
                <a:gd name="connsiteX3" fmla="*/ 309869 w 336823"/>
                <a:gd name="connsiteY3" fmla="*/ 73902 h 284087"/>
                <a:gd name="connsiteX4" fmla="*/ 270499 w 336823"/>
                <a:gd name="connsiteY4" fmla="*/ 25007 h 284087"/>
                <a:gd name="connsiteX5" fmla="*/ 198744 w 336823"/>
                <a:gd name="connsiteY5" fmla="*/ 2782 h 284087"/>
                <a:gd name="connsiteX6" fmla="*/ 113019 w 336823"/>
                <a:gd name="connsiteY6" fmla="*/ 4687 h 284087"/>
                <a:gd name="connsiteX7" fmla="*/ 47614 w 336823"/>
                <a:gd name="connsiteY7" fmla="*/ 42152 h 284087"/>
                <a:gd name="connsiteX8" fmla="*/ 4434 w 336823"/>
                <a:gd name="connsiteY8" fmla="*/ 110732 h 284087"/>
                <a:gd name="connsiteX9" fmla="*/ 9514 w 336823"/>
                <a:gd name="connsiteY9" fmla="*/ 221857 h 284087"/>
                <a:gd name="connsiteX10" fmla="*/ 76189 w 336823"/>
                <a:gd name="connsiteY10" fmla="*/ 284087 h 284087"/>
                <a:gd name="connsiteX0" fmla="*/ 281294 w 338232"/>
                <a:gd name="connsiteY0" fmla="*/ 275832 h 284087"/>
                <a:gd name="connsiteX1" fmla="*/ 329554 w 338232"/>
                <a:gd name="connsiteY1" fmla="*/ 214872 h 284087"/>
                <a:gd name="connsiteX2" fmla="*/ 336539 w 338232"/>
                <a:gd name="connsiteY2" fmla="*/ 139942 h 284087"/>
                <a:gd name="connsiteX3" fmla="*/ 309869 w 338232"/>
                <a:gd name="connsiteY3" fmla="*/ 73902 h 284087"/>
                <a:gd name="connsiteX4" fmla="*/ 270499 w 338232"/>
                <a:gd name="connsiteY4" fmla="*/ 25007 h 284087"/>
                <a:gd name="connsiteX5" fmla="*/ 198744 w 338232"/>
                <a:gd name="connsiteY5" fmla="*/ 2782 h 284087"/>
                <a:gd name="connsiteX6" fmla="*/ 113019 w 338232"/>
                <a:gd name="connsiteY6" fmla="*/ 4687 h 284087"/>
                <a:gd name="connsiteX7" fmla="*/ 47614 w 338232"/>
                <a:gd name="connsiteY7" fmla="*/ 42152 h 284087"/>
                <a:gd name="connsiteX8" fmla="*/ 4434 w 338232"/>
                <a:gd name="connsiteY8" fmla="*/ 110732 h 284087"/>
                <a:gd name="connsiteX9" fmla="*/ 9514 w 338232"/>
                <a:gd name="connsiteY9" fmla="*/ 221857 h 284087"/>
                <a:gd name="connsiteX10" fmla="*/ 76189 w 338232"/>
                <a:gd name="connsiteY10" fmla="*/ 284087 h 284087"/>
                <a:gd name="connsiteX0" fmla="*/ 281294 w 338232"/>
                <a:gd name="connsiteY0" fmla="*/ 276207 h 284462"/>
                <a:gd name="connsiteX1" fmla="*/ 329554 w 338232"/>
                <a:gd name="connsiteY1" fmla="*/ 215247 h 284462"/>
                <a:gd name="connsiteX2" fmla="*/ 336539 w 338232"/>
                <a:gd name="connsiteY2" fmla="*/ 140317 h 284462"/>
                <a:gd name="connsiteX3" fmla="*/ 309869 w 338232"/>
                <a:gd name="connsiteY3" fmla="*/ 74277 h 284462"/>
                <a:gd name="connsiteX4" fmla="*/ 266689 w 338232"/>
                <a:gd name="connsiteY4" fmla="*/ 31097 h 284462"/>
                <a:gd name="connsiteX5" fmla="*/ 198744 w 338232"/>
                <a:gd name="connsiteY5" fmla="*/ 3157 h 284462"/>
                <a:gd name="connsiteX6" fmla="*/ 113019 w 338232"/>
                <a:gd name="connsiteY6" fmla="*/ 5062 h 284462"/>
                <a:gd name="connsiteX7" fmla="*/ 47614 w 338232"/>
                <a:gd name="connsiteY7" fmla="*/ 42527 h 284462"/>
                <a:gd name="connsiteX8" fmla="*/ 4434 w 338232"/>
                <a:gd name="connsiteY8" fmla="*/ 111107 h 284462"/>
                <a:gd name="connsiteX9" fmla="*/ 9514 w 338232"/>
                <a:gd name="connsiteY9" fmla="*/ 222232 h 284462"/>
                <a:gd name="connsiteX10" fmla="*/ 76189 w 338232"/>
                <a:gd name="connsiteY10" fmla="*/ 284462 h 284462"/>
                <a:gd name="connsiteX0" fmla="*/ 281294 w 337950"/>
                <a:gd name="connsiteY0" fmla="*/ 276207 h 284462"/>
                <a:gd name="connsiteX1" fmla="*/ 329554 w 337950"/>
                <a:gd name="connsiteY1" fmla="*/ 215247 h 284462"/>
                <a:gd name="connsiteX2" fmla="*/ 336539 w 337950"/>
                <a:gd name="connsiteY2" fmla="*/ 140317 h 284462"/>
                <a:gd name="connsiteX3" fmla="*/ 313679 w 337950"/>
                <a:gd name="connsiteY3" fmla="*/ 83802 h 284462"/>
                <a:gd name="connsiteX4" fmla="*/ 266689 w 337950"/>
                <a:gd name="connsiteY4" fmla="*/ 31097 h 284462"/>
                <a:gd name="connsiteX5" fmla="*/ 198744 w 337950"/>
                <a:gd name="connsiteY5" fmla="*/ 3157 h 284462"/>
                <a:gd name="connsiteX6" fmla="*/ 113019 w 337950"/>
                <a:gd name="connsiteY6" fmla="*/ 5062 h 284462"/>
                <a:gd name="connsiteX7" fmla="*/ 47614 w 337950"/>
                <a:gd name="connsiteY7" fmla="*/ 42527 h 284462"/>
                <a:gd name="connsiteX8" fmla="*/ 4434 w 337950"/>
                <a:gd name="connsiteY8" fmla="*/ 111107 h 284462"/>
                <a:gd name="connsiteX9" fmla="*/ 9514 w 337950"/>
                <a:gd name="connsiteY9" fmla="*/ 222232 h 284462"/>
                <a:gd name="connsiteX10" fmla="*/ 76189 w 337950"/>
                <a:gd name="connsiteY10" fmla="*/ 284462 h 284462"/>
                <a:gd name="connsiteX0" fmla="*/ 282262 w 338918"/>
                <a:gd name="connsiteY0" fmla="*/ 276207 h 284462"/>
                <a:gd name="connsiteX1" fmla="*/ 330522 w 338918"/>
                <a:gd name="connsiteY1" fmla="*/ 215247 h 284462"/>
                <a:gd name="connsiteX2" fmla="*/ 337507 w 338918"/>
                <a:gd name="connsiteY2" fmla="*/ 140317 h 284462"/>
                <a:gd name="connsiteX3" fmla="*/ 314647 w 338918"/>
                <a:gd name="connsiteY3" fmla="*/ 83802 h 284462"/>
                <a:gd name="connsiteX4" fmla="*/ 267657 w 338918"/>
                <a:gd name="connsiteY4" fmla="*/ 31097 h 284462"/>
                <a:gd name="connsiteX5" fmla="*/ 199712 w 338918"/>
                <a:gd name="connsiteY5" fmla="*/ 3157 h 284462"/>
                <a:gd name="connsiteX6" fmla="*/ 113987 w 338918"/>
                <a:gd name="connsiteY6" fmla="*/ 5062 h 284462"/>
                <a:gd name="connsiteX7" fmla="*/ 48582 w 338918"/>
                <a:gd name="connsiteY7" fmla="*/ 42527 h 284462"/>
                <a:gd name="connsiteX8" fmla="*/ 5402 w 338918"/>
                <a:gd name="connsiteY8" fmla="*/ 111107 h 284462"/>
                <a:gd name="connsiteX9" fmla="*/ 8577 w 338918"/>
                <a:gd name="connsiteY9" fmla="*/ 212707 h 284462"/>
                <a:gd name="connsiteX10" fmla="*/ 77157 w 338918"/>
                <a:gd name="connsiteY10" fmla="*/ 284462 h 284462"/>
                <a:gd name="connsiteX0" fmla="*/ 282974 w 339630"/>
                <a:gd name="connsiteY0" fmla="*/ 276207 h 278747"/>
                <a:gd name="connsiteX1" fmla="*/ 331234 w 339630"/>
                <a:gd name="connsiteY1" fmla="*/ 215247 h 278747"/>
                <a:gd name="connsiteX2" fmla="*/ 338219 w 339630"/>
                <a:gd name="connsiteY2" fmla="*/ 140317 h 278747"/>
                <a:gd name="connsiteX3" fmla="*/ 315359 w 339630"/>
                <a:gd name="connsiteY3" fmla="*/ 83802 h 278747"/>
                <a:gd name="connsiteX4" fmla="*/ 268369 w 339630"/>
                <a:gd name="connsiteY4" fmla="*/ 31097 h 278747"/>
                <a:gd name="connsiteX5" fmla="*/ 200424 w 339630"/>
                <a:gd name="connsiteY5" fmla="*/ 3157 h 278747"/>
                <a:gd name="connsiteX6" fmla="*/ 114699 w 339630"/>
                <a:gd name="connsiteY6" fmla="*/ 5062 h 278747"/>
                <a:gd name="connsiteX7" fmla="*/ 49294 w 339630"/>
                <a:gd name="connsiteY7" fmla="*/ 42527 h 278747"/>
                <a:gd name="connsiteX8" fmla="*/ 6114 w 339630"/>
                <a:gd name="connsiteY8" fmla="*/ 111107 h 278747"/>
                <a:gd name="connsiteX9" fmla="*/ 9289 w 339630"/>
                <a:gd name="connsiteY9" fmla="*/ 212707 h 278747"/>
                <a:gd name="connsiteX10" fmla="*/ 89299 w 339630"/>
                <a:gd name="connsiteY10" fmla="*/ 278747 h 278747"/>
                <a:gd name="connsiteX0" fmla="*/ 282974 w 339630"/>
                <a:gd name="connsiteY0" fmla="*/ 276207 h 290177"/>
                <a:gd name="connsiteX1" fmla="*/ 331234 w 339630"/>
                <a:gd name="connsiteY1" fmla="*/ 215247 h 290177"/>
                <a:gd name="connsiteX2" fmla="*/ 338219 w 339630"/>
                <a:gd name="connsiteY2" fmla="*/ 140317 h 290177"/>
                <a:gd name="connsiteX3" fmla="*/ 315359 w 339630"/>
                <a:gd name="connsiteY3" fmla="*/ 83802 h 290177"/>
                <a:gd name="connsiteX4" fmla="*/ 268369 w 339630"/>
                <a:gd name="connsiteY4" fmla="*/ 31097 h 290177"/>
                <a:gd name="connsiteX5" fmla="*/ 200424 w 339630"/>
                <a:gd name="connsiteY5" fmla="*/ 3157 h 290177"/>
                <a:gd name="connsiteX6" fmla="*/ 114699 w 339630"/>
                <a:gd name="connsiteY6" fmla="*/ 5062 h 290177"/>
                <a:gd name="connsiteX7" fmla="*/ 49294 w 339630"/>
                <a:gd name="connsiteY7" fmla="*/ 42527 h 290177"/>
                <a:gd name="connsiteX8" fmla="*/ 6114 w 339630"/>
                <a:gd name="connsiteY8" fmla="*/ 111107 h 290177"/>
                <a:gd name="connsiteX9" fmla="*/ 9289 w 339630"/>
                <a:gd name="connsiteY9" fmla="*/ 212707 h 290177"/>
                <a:gd name="connsiteX10" fmla="*/ 89299 w 339630"/>
                <a:gd name="connsiteY10" fmla="*/ 290177 h 290177"/>
                <a:gd name="connsiteX0" fmla="*/ 284097 w 340753"/>
                <a:gd name="connsiteY0" fmla="*/ 276207 h 297797"/>
                <a:gd name="connsiteX1" fmla="*/ 332357 w 340753"/>
                <a:gd name="connsiteY1" fmla="*/ 215247 h 297797"/>
                <a:gd name="connsiteX2" fmla="*/ 339342 w 340753"/>
                <a:gd name="connsiteY2" fmla="*/ 140317 h 297797"/>
                <a:gd name="connsiteX3" fmla="*/ 316482 w 340753"/>
                <a:gd name="connsiteY3" fmla="*/ 83802 h 297797"/>
                <a:gd name="connsiteX4" fmla="*/ 269492 w 340753"/>
                <a:gd name="connsiteY4" fmla="*/ 31097 h 297797"/>
                <a:gd name="connsiteX5" fmla="*/ 201547 w 340753"/>
                <a:gd name="connsiteY5" fmla="*/ 3157 h 297797"/>
                <a:gd name="connsiteX6" fmla="*/ 115822 w 340753"/>
                <a:gd name="connsiteY6" fmla="*/ 5062 h 297797"/>
                <a:gd name="connsiteX7" fmla="*/ 50417 w 340753"/>
                <a:gd name="connsiteY7" fmla="*/ 42527 h 297797"/>
                <a:gd name="connsiteX8" fmla="*/ 7237 w 340753"/>
                <a:gd name="connsiteY8" fmla="*/ 111107 h 297797"/>
                <a:gd name="connsiteX9" fmla="*/ 10412 w 340753"/>
                <a:gd name="connsiteY9" fmla="*/ 212707 h 297797"/>
                <a:gd name="connsiteX10" fmla="*/ 107567 w 340753"/>
                <a:gd name="connsiteY10" fmla="*/ 297797 h 297797"/>
                <a:gd name="connsiteX0" fmla="*/ 280917 w 337573"/>
                <a:gd name="connsiteY0" fmla="*/ 276207 h 297797"/>
                <a:gd name="connsiteX1" fmla="*/ 329177 w 337573"/>
                <a:gd name="connsiteY1" fmla="*/ 215247 h 297797"/>
                <a:gd name="connsiteX2" fmla="*/ 336162 w 337573"/>
                <a:gd name="connsiteY2" fmla="*/ 140317 h 297797"/>
                <a:gd name="connsiteX3" fmla="*/ 313302 w 337573"/>
                <a:gd name="connsiteY3" fmla="*/ 83802 h 297797"/>
                <a:gd name="connsiteX4" fmla="*/ 266312 w 337573"/>
                <a:gd name="connsiteY4" fmla="*/ 31097 h 297797"/>
                <a:gd name="connsiteX5" fmla="*/ 198367 w 337573"/>
                <a:gd name="connsiteY5" fmla="*/ 3157 h 297797"/>
                <a:gd name="connsiteX6" fmla="*/ 112642 w 337573"/>
                <a:gd name="connsiteY6" fmla="*/ 5062 h 297797"/>
                <a:gd name="connsiteX7" fmla="*/ 47237 w 337573"/>
                <a:gd name="connsiteY7" fmla="*/ 42527 h 297797"/>
                <a:gd name="connsiteX8" fmla="*/ 4057 w 337573"/>
                <a:gd name="connsiteY8" fmla="*/ 111107 h 297797"/>
                <a:gd name="connsiteX9" fmla="*/ 7232 w 337573"/>
                <a:gd name="connsiteY9" fmla="*/ 212707 h 297797"/>
                <a:gd name="connsiteX10" fmla="*/ 51751 w 337573"/>
                <a:gd name="connsiteY10" fmla="*/ 258724 h 297797"/>
                <a:gd name="connsiteX11" fmla="*/ 104387 w 337573"/>
                <a:gd name="connsiteY11" fmla="*/ 297797 h 297797"/>
                <a:gd name="connsiteX0" fmla="*/ 285485 w 342141"/>
                <a:gd name="connsiteY0" fmla="*/ 276207 h 297797"/>
                <a:gd name="connsiteX1" fmla="*/ 333745 w 342141"/>
                <a:gd name="connsiteY1" fmla="*/ 215247 h 297797"/>
                <a:gd name="connsiteX2" fmla="*/ 340730 w 342141"/>
                <a:gd name="connsiteY2" fmla="*/ 140317 h 297797"/>
                <a:gd name="connsiteX3" fmla="*/ 317870 w 342141"/>
                <a:gd name="connsiteY3" fmla="*/ 83802 h 297797"/>
                <a:gd name="connsiteX4" fmla="*/ 270880 w 342141"/>
                <a:gd name="connsiteY4" fmla="*/ 31097 h 297797"/>
                <a:gd name="connsiteX5" fmla="*/ 202935 w 342141"/>
                <a:gd name="connsiteY5" fmla="*/ 3157 h 297797"/>
                <a:gd name="connsiteX6" fmla="*/ 117210 w 342141"/>
                <a:gd name="connsiteY6" fmla="*/ 5062 h 297797"/>
                <a:gd name="connsiteX7" fmla="*/ 51805 w 342141"/>
                <a:gd name="connsiteY7" fmla="*/ 42527 h 297797"/>
                <a:gd name="connsiteX8" fmla="*/ 8625 w 342141"/>
                <a:gd name="connsiteY8" fmla="*/ 111107 h 297797"/>
                <a:gd name="connsiteX9" fmla="*/ 4180 w 342141"/>
                <a:gd name="connsiteY9" fmla="*/ 191752 h 297797"/>
                <a:gd name="connsiteX10" fmla="*/ 56319 w 342141"/>
                <a:gd name="connsiteY10" fmla="*/ 258724 h 297797"/>
                <a:gd name="connsiteX11" fmla="*/ 108955 w 342141"/>
                <a:gd name="connsiteY11" fmla="*/ 297797 h 297797"/>
                <a:gd name="connsiteX0" fmla="*/ 284927 w 341583"/>
                <a:gd name="connsiteY0" fmla="*/ 276207 h 297797"/>
                <a:gd name="connsiteX1" fmla="*/ 333187 w 341583"/>
                <a:gd name="connsiteY1" fmla="*/ 215247 h 297797"/>
                <a:gd name="connsiteX2" fmla="*/ 340172 w 341583"/>
                <a:gd name="connsiteY2" fmla="*/ 140317 h 297797"/>
                <a:gd name="connsiteX3" fmla="*/ 317312 w 341583"/>
                <a:gd name="connsiteY3" fmla="*/ 83802 h 297797"/>
                <a:gd name="connsiteX4" fmla="*/ 270322 w 341583"/>
                <a:gd name="connsiteY4" fmla="*/ 31097 h 297797"/>
                <a:gd name="connsiteX5" fmla="*/ 202377 w 341583"/>
                <a:gd name="connsiteY5" fmla="*/ 3157 h 297797"/>
                <a:gd name="connsiteX6" fmla="*/ 116652 w 341583"/>
                <a:gd name="connsiteY6" fmla="*/ 5062 h 297797"/>
                <a:gd name="connsiteX7" fmla="*/ 51247 w 341583"/>
                <a:gd name="connsiteY7" fmla="*/ 42527 h 297797"/>
                <a:gd name="connsiteX8" fmla="*/ 8067 w 341583"/>
                <a:gd name="connsiteY8" fmla="*/ 111107 h 297797"/>
                <a:gd name="connsiteX9" fmla="*/ 3622 w 341583"/>
                <a:gd name="connsiteY9" fmla="*/ 191752 h 297797"/>
                <a:gd name="connsiteX10" fmla="*/ 48141 w 341583"/>
                <a:gd name="connsiteY10" fmla="*/ 256819 h 297797"/>
                <a:gd name="connsiteX11" fmla="*/ 108397 w 341583"/>
                <a:gd name="connsiteY11" fmla="*/ 297797 h 297797"/>
                <a:gd name="connsiteX0" fmla="*/ 284927 w 341583"/>
                <a:gd name="connsiteY0" fmla="*/ 276207 h 290177"/>
                <a:gd name="connsiteX1" fmla="*/ 333187 w 341583"/>
                <a:gd name="connsiteY1" fmla="*/ 215247 h 290177"/>
                <a:gd name="connsiteX2" fmla="*/ 340172 w 341583"/>
                <a:gd name="connsiteY2" fmla="*/ 140317 h 290177"/>
                <a:gd name="connsiteX3" fmla="*/ 317312 w 341583"/>
                <a:gd name="connsiteY3" fmla="*/ 83802 h 290177"/>
                <a:gd name="connsiteX4" fmla="*/ 270322 w 341583"/>
                <a:gd name="connsiteY4" fmla="*/ 31097 h 290177"/>
                <a:gd name="connsiteX5" fmla="*/ 202377 w 341583"/>
                <a:gd name="connsiteY5" fmla="*/ 3157 h 290177"/>
                <a:gd name="connsiteX6" fmla="*/ 116652 w 341583"/>
                <a:gd name="connsiteY6" fmla="*/ 5062 h 290177"/>
                <a:gd name="connsiteX7" fmla="*/ 51247 w 341583"/>
                <a:gd name="connsiteY7" fmla="*/ 42527 h 290177"/>
                <a:gd name="connsiteX8" fmla="*/ 8067 w 341583"/>
                <a:gd name="connsiteY8" fmla="*/ 111107 h 290177"/>
                <a:gd name="connsiteX9" fmla="*/ 3622 w 341583"/>
                <a:gd name="connsiteY9" fmla="*/ 191752 h 290177"/>
                <a:gd name="connsiteX10" fmla="*/ 48141 w 341583"/>
                <a:gd name="connsiteY10" fmla="*/ 256819 h 290177"/>
                <a:gd name="connsiteX11" fmla="*/ 114112 w 341583"/>
                <a:gd name="connsiteY11" fmla="*/ 290177 h 290177"/>
                <a:gd name="connsiteX0" fmla="*/ 284927 w 338982"/>
                <a:gd name="connsiteY0" fmla="*/ 276207 h 290177"/>
                <a:gd name="connsiteX1" fmla="*/ 333187 w 338982"/>
                <a:gd name="connsiteY1" fmla="*/ 215247 h 290177"/>
                <a:gd name="connsiteX2" fmla="*/ 336362 w 338982"/>
                <a:gd name="connsiteY2" fmla="*/ 155557 h 290177"/>
                <a:gd name="connsiteX3" fmla="*/ 317312 w 338982"/>
                <a:gd name="connsiteY3" fmla="*/ 83802 h 290177"/>
                <a:gd name="connsiteX4" fmla="*/ 270322 w 338982"/>
                <a:gd name="connsiteY4" fmla="*/ 31097 h 290177"/>
                <a:gd name="connsiteX5" fmla="*/ 202377 w 338982"/>
                <a:gd name="connsiteY5" fmla="*/ 3157 h 290177"/>
                <a:gd name="connsiteX6" fmla="*/ 116652 w 338982"/>
                <a:gd name="connsiteY6" fmla="*/ 5062 h 290177"/>
                <a:gd name="connsiteX7" fmla="*/ 51247 w 338982"/>
                <a:gd name="connsiteY7" fmla="*/ 42527 h 290177"/>
                <a:gd name="connsiteX8" fmla="*/ 8067 w 338982"/>
                <a:gd name="connsiteY8" fmla="*/ 111107 h 290177"/>
                <a:gd name="connsiteX9" fmla="*/ 3622 w 338982"/>
                <a:gd name="connsiteY9" fmla="*/ 191752 h 290177"/>
                <a:gd name="connsiteX10" fmla="*/ 48141 w 338982"/>
                <a:gd name="connsiteY10" fmla="*/ 256819 h 290177"/>
                <a:gd name="connsiteX11" fmla="*/ 114112 w 338982"/>
                <a:gd name="connsiteY11" fmla="*/ 290177 h 290177"/>
                <a:gd name="connsiteX0" fmla="*/ 284927 w 336647"/>
                <a:gd name="connsiteY0" fmla="*/ 276207 h 290177"/>
                <a:gd name="connsiteX1" fmla="*/ 325567 w 336647"/>
                <a:gd name="connsiteY1" fmla="*/ 217152 h 290177"/>
                <a:gd name="connsiteX2" fmla="*/ 336362 w 336647"/>
                <a:gd name="connsiteY2" fmla="*/ 155557 h 290177"/>
                <a:gd name="connsiteX3" fmla="*/ 317312 w 336647"/>
                <a:gd name="connsiteY3" fmla="*/ 83802 h 290177"/>
                <a:gd name="connsiteX4" fmla="*/ 270322 w 336647"/>
                <a:gd name="connsiteY4" fmla="*/ 31097 h 290177"/>
                <a:gd name="connsiteX5" fmla="*/ 202377 w 336647"/>
                <a:gd name="connsiteY5" fmla="*/ 3157 h 290177"/>
                <a:gd name="connsiteX6" fmla="*/ 116652 w 336647"/>
                <a:gd name="connsiteY6" fmla="*/ 5062 h 290177"/>
                <a:gd name="connsiteX7" fmla="*/ 51247 w 336647"/>
                <a:gd name="connsiteY7" fmla="*/ 42527 h 290177"/>
                <a:gd name="connsiteX8" fmla="*/ 8067 w 336647"/>
                <a:gd name="connsiteY8" fmla="*/ 111107 h 290177"/>
                <a:gd name="connsiteX9" fmla="*/ 3622 w 336647"/>
                <a:gd name="connsiteY9" fmla="*/ 191752 h 290177"/>
                <a:gd name="connsiteX10" fmla="*/ 48141 w 336647"/>
                <a:gd name="connsiteY10" fmla="*/ 256819 h 290177"/>
                <a:gd name="connsiteX11" fmla="*/ 114112 w 336647"/>
                <a:gd name="connsiteY11" fmla="*/ 290177 h 290177"/>
                <a:gd name="connsiteX0" fmla="*/ 271592 w 336804"/>
                <a:gd name="connsiteY0" fmla="*/ 285732 h 290177"/>
                <a:gd name="connsiteX1" fmla="*/ 325567 w 336804"/>
                <a:gd name="connsiteY1" fmla="*/ 217152 h 290177"/>
                <a:gd name="connsiteX2" fmla="*/ 336362 w 336804"/>
                <a:gd name="connsiteY2" fmla="*/ 155557 h 290177"/>
                <a:gd name="connsiteX3" fmla="*/ 317312 w 336804"/>
                <a:gd name="connsiteY3" fmla="*/ 83802 h 290177"/>
                <a:gd name="connsiteX4" fmla="*/ 270322 w 336804"/>
                <a:gd name="connsiteY4" fmla="*/ 31097 h 290177"/>
                <a:gd name="connsiteX5" fmla="*/ 202377 w 336804"/>
                <a:gd name="connsiteY5" fmla="*/ 3157 h 290177"/>
                <a:gd name="connsiteX6" fmla="*/ 116652 w 336804"/>
                <a:gd name="connsiteY6" fmla="*/ 5062 h 290177"/>
                <a:gd name="connsiteX7" fmla="*/ 51247 w 336804"/>
                <a:gd name="connsiteY7" fmla="*/ 42527 h 290177"/>
                <a:gd name="connsiteX8" fmla="*/ 8067 w 336804"/>
                <a:gd name="connsiteY8" fmla="*/ 111107 h 290177"/>
                <a:gd name="connsiteX9" fmla="*/ 3622 w 336804"/>
                <a:gd name="connsiteY9" fmla="*/ 191752 h 290177"/>
                <a:gd name="connsiteX10" fmla="*/ 48141 w 336804"/>
                <a:gd name="connsiteY10" fmla="*/ 256819 h 290177"/>
                <a:gd name="connsiteX11" fmla="*/ 114112 w 336804"/>
                <a:gd name="connsiteY11" fmla="*/ 290177 h 290177"/>
                <a:gd name="connsiteX0" fmla="*/ 271035 w 336247"/>
                <a:gd name="connsiteY0" fmla="*/ 285732 h 290177"/>
                <a:gd name="connsiteX1" fmla="*/ 325010 w 336247"/>
                <a:gd name="connsiteY1" fmla="*/ 217152 h 290177"/>
                <a:gd name="connsiteX2" fmla="*/ 335805 w 336247"/>
                <a:gd name="connsiteY2" fmla="*/ 155557 h 290177"/>
                <a:gd name="connsiteX3" fmla="*/ 316755 w 336247"/>
                <a:gd name="connsiteY3" fmla="*/ 83802 h 290177"/>
                <a:gd name="connsiteX4" fmla="*/ 269765 w 336247"/>
                <a:gd name="connsiteY4" fmla="*/ 31097 h 290177"/>
                <a:gd name="connsiteX5" fmla="*/ 201820 w 336247"/>
                <a:gd name="connsiteY5" fmla="*/ 3157 h 290177"/>
                <a:gd name="connsiteX6" fmla="*/ 116095 w 336247"/>
                <a:gd name="connsiteY6" fmla="*/ 5062 h 290177"/>
                <a:gd name="connsiteX7" fmla="*/ 50690 w 336247"/>
                <a:gd name="connsiteY7" fmla="*/ 42527 h 290177"/>
                <a:gd name="connsiteX8" fmla="*/ 7510 w 336247"/>
                <a:gd name="connsiteY8" fmla="*/ 111107 h 290177"/>
                <a:gd name="connsiteX9" fmla="*/ 3065 w 336247"/>
                <a:gd name="connsiteY9" fmla="*/ 191752 h 290177"/>
                <a:gd name="connsiteX10" fmla="*/ 39964 w 336247"/>
                <a:gd name="connsiteY10" fmla="*/ 247294 h 290177"/>
                <a:gd name="connsiteX11" fmla="*/ 113555 w 336247"/>
                <a:gd name="connsiteY11" fmla="*/ 290177 h 290177"/>
                <a:gd name="connsiteX0" fmla="*/ 271035 w 336247"/>
                <a:gd name="connsiteY0" fmla="*/ 285732 h 286367"/>
                <a:gd name="connsiteX1" fmla="*/ 325010 w 336247"/>
                <a:gd name="connsiteY1" fmla="*/ 217152 h 286367"/>
                <a:gd name="connsiteX2" fmla="*/ 335805 w 336247"/>
                <a:gd name="connsiteY2" fmla="*/ 155557 h 286367"/>
                <a:gd name="connsiteX3" fmla="*/ 316755 w 336247"/>
                <a:gd name="connsiteY3" fmla="*/ 83802 h 286367"/>
                <a:gd name="connsiteX4" fmla="*/ 269765 w 336247"/>
                <a:gd name="connsiteY4" fmla="*/ 31097 h 286367"/>
                <a:gd name="connsiteX5" fmla="*/ 201820 w 336247"/>
                <a:gd name="connsiteY5" fmla="*/ 3157 h 286367"/>
                <a:gd name="connsiteX6" fmla="*/ 116095 w 336247"/>
                <a:gd name="connsiteY6" fmla="*/ 5062 h 286367"/>
                <a:gd name="connsiteX7" fmla="*/ 50690 w 336247"/>
                <a:gd name="connsiteY7" fmla="*/ 42527 h 286367"/>
                <a:gd name="connsiteX8" fmla="*/ 7510 w 336247"/>
                <a:gd name="connsiteY8" fmla="*/ 111107 h 286367"/>
                <a:gd name="connsiteX9" fmla="*/ 3065 w 336247"/>
                <a:gd name="connsiteY9" fmla="*/ 191752 h 286367"/>
                <a:gd name="connsiteX10" fmla="*/ 39964 w 336247"/>
                <a:gd name="connsiteY10" fmla="*/ 247294 h 286367"/>
                <a:gd name="connsiteX11" fmla="*/ 100220 w 336247"/>
                <a:gd name="connsiteY11" fmla="*/ 286367 h 286367"/>
                <a:gd name="connsiteX0" fmla="*/ 271035 w 336247"/>
                <a:gd name="connsiteY0" fmla="*/ 285732 h 285732"/>
                <a:gd name="connsiteX1" fmla="*/ 325010 w 336247"/>
                <a:gd name="connsiteY1" fmla="*/ 217152 h 285732"/>
                <a:gd name="connsiteX2" fmla="*/ 335805 w 336247"/>
                <a:gd name="connsiteY2" fmla="*/ 155557 h 285732"/>
                <a:gd name="connsiteX3" fmla="*/ 316755 w 336247"/>
                <a:gd name="connsiteY3" fmla="*/ 83802 h 285732"/>
                <a:gd name="connsiteX4" fmla="*/ 269765 w 336247"/>
                <a:gd name="connsiteY4" fmla="*/ 31097 h 285732"/>
                <a:gd name="connsiteX5" fmla="*/ 201820 w 336247"/>
                <a:gd name="connsiteY5" fmla="*/ 3157 h 285732"/>
                <a:gd name="connsiteX6" fmla="*/ 116095 w 336247"/>
                <a:gd name="connsiteY6" fmla="*/ 5062 h 285732"/>
                <a:gd name="connsiteX7" fmla="*/ 50690 w 336247"/>
                <a:gd name="connsiteY7" fmla="*/ 42527 h 285732"/>
                <a:gd name="connsiteX8" fmla="*/ 7510 w 336247"/>
                <a:gd name="connsiteY8" fmla="*/ 111107 h 285732"/>
                <a:gd name="connsiteX9" fmla="*/ 3065 w 336247"/>
                <a:gd name="connsiteY9" fmla="*/ 191752 h 285732"/>
                <a:gd name="connsiteX10" fmla="*/ 39964 w 336247"/>
                <a:gd name="connsiteY10" fmla="*/ 247294 h 285732"/>
                <a:gd name="connsiteX11" fmla="*/ 100220 w 336247"/>
                <a:gd name="connsiteY11" fmla="*/ 280652 h 28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6247" h="285732">
                  <a:moveTo>
                    <a:pt x="271035" y="285732"/>
                  </a:moveTo>
                  <a:cubicBezTo>
                    <a:pt x="291990" y="268798"/>
                    <a:pt x="314215" y="238848"/>
                    <a:pt x="325010" y="217152"/>
                  </a:cubicBezTo>
                  <a:cubicBezTo>
                    <a:pt x="335805" y="195456"/>
                    <a:pt x="337181" y="177782"/>
                    <a:pt x="335805" y="155557"/>
                  </a:cubicBezTo>
                  <a:cubicBezTo>
                    <a:pt x="334429" y="133332"/>
                    <a:pt x="327762" y="104545"/>
                    <a:pt x="316755" y="83802"/>
                  </a:cubicBezTo>
                  <a:cubicBezTo>
                    <a:pt x="305748" y="63059"/>
                    <a:pt x="288921" y="44538"/>
                    <a:pt x="269765" y="31097"/>
                  </a:cubicBezTo>
                  <a:cubicBezTo>
                    <a:pt x="250609" y="17656"/>
                    <a:pt x="227432" y="7496"/>
                    <a:pt x="201820" y="3157"/>
                  </a:cubicBezTo>
                  <a:cubicBezTo>
                    <a:pt x="176208" y="-1182"/>
                    <a:pt x="141283" y="-1500"/>
                    <a:pt x="116095" y="5062"/>
                  </a:cubicBezTo>
                  <a:cubicBezTo>
                    <a:pt x="90907" y="11624"/>
                    <a:pt x="68788" y="24853"/>
                    <a:pt x="50690" y="42527"/>
                  </a:cubicBezTo>
                  <a:cubicBezTo>
                    <a:pt x="32593" y="60201"/>
                    <a:pt x="15447" y="86236"/>
                    <a:pt x="7510" y="111107"/>
                  </a:cubicBezTo>
                  <a:cubicBezTo>
                    <a:pt x="-427" y="135978"/>
                    <a:pt x="-2344" y="169054"/>
                    <a:pt x="3065" y="191752"/>
                  </a:cubicBezTo>
                  <a:cubicBezTo>
                    <a:pt x="8474" y="214450"/>
                    <a:pt x="23772" y="233112"/>
                    <a:pt x="39964" y="247294"/>
                  </a:cubicBezTo>
                  <a:cubicBezTo>
                    <a:pt x="56157" y="261476"/>
                    <a:pt x="91447" y="274140"/>
                    <a:pt x="100220" y="28065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15" name="Straight Connector 114"/>
            <p:cNvCxnSpPr>
              <a:endCxn id="114" idx="11"/>
            </p:cNvCxnSpPr>
            <p:nvPr/>
          </p:nvCxnSpPr>
          <p:spPr>
            <a:xfrm>
              <a:off x="5534025" y="1088400"/>
              <a:ext cx="24061" cy="91768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>
              <a:stCxn id="114" idx="11"/>
            </p:cNvCxnSpPr>
            <p:nvPr/>
          </p:nvCxnSpPr>
          <p:spPr>
            <a:xfrm flipH="1">
              <a:off x="5466819" y="1180168"/>
              <a:ext cx="91267" cy="17143"/>
            </a:xfrm>
            <a:prstGeom prst="line">
              <a:avLst/>
            </a:prstGeom>
            <a:ln w="952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Oval 116"/>
          <p:cNvSpPr/>
          <p:nvPr/>
        </p:nvSpPr>
        <p:spPr>
          <a:xfrm>
            <a:off x="5206048" y="2274659"/>
            <a:ext cx="180634" cy="18063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086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4147906-0103-4FCE-9B48-82A88CE0B296}"/>
              </a:ext>
            </a:extLst>
          </p:cNvPr>
          <p:cNvSpPr/>
          <p:nvPr/>
        </p:nvSpPr>
        <p:spPr>
          <a:xfrm>
            <a:off x="425035" y="64499"/>
            <a:ext cx="53100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BPMN Chart – Blank </a:t>
            </a:r>
            <a:r>
              <a:rPr lang="en-AU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(swim-lane table)</a:t>
            </a:r>
            <a:endParaRPr lang="en-AU" sz="14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297594" y="392212"/>
            <a:ext cx="10199353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090955"/>
              </p:ext>
            </p:extLst>
          </p:nvPr>
        </p:nvGraphicFramePr>
        <p:xfrm>
          <a:off x="8815731" y="4885441"/>
          <a:ext cx="1844031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3777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Blank Sheet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226704106"/>
              </p:ext>
            </p:extLst>
          </p:nvPr>
        </p:nvGraphicFramePr>
        <p:xfrm>
          <a:off x="564137" y="521434"/>
          <a:ext cx="9501820" cy="42535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9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2202">
                <a:tc>
                  <a:txBody>
                    <a:bodyPr/>
                    <a:lstStyle/>
                    <a:p>
                      <a:pPr algn="ctr" defTabSz="715963">
                        <a:tabLst/>
                      </a:pPr>
                      <a:r>
                        <a:rPr lang="en-AU" sz="800" dirty="0"/>
                        <a:t>Lane</a:t>
                      </a:r>
                    </a:p>
                  </a:txBody>
                  <a:tcPr marL="18000" marR="18000" marT="18000" marB="18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A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829">
                <a:tc>
                  <a:txBody>
                    <a:bodyPr/>
                    <a:lstStyle/>
                    <a:p>
                      <a:pPr algn="ctr" defTabSz="715963">
                        <a:tabLst/>
                      </a:pPr>
                      <a:r>
                        <a:rPr lang="en-AU" sz="800" dirty="0"/>
                        <a:t>Lane</a:t>
                      </a:r>
                    </a:p>
                  </a:txBody>
                  <a:tcPr marL="18000" marR="18000" marT="18000" marB="18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A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829">
                <a:tc>
                  <a:txBody>
                    <a:bodyPr/>
                    <a:lstStyle/>
                    <a:p>
                      <a:pPr algn="ctr" defTabSz="715963">
                        <a:tabLst/>
                      </a:pPr>
                      <a:r>
                        <a:rPr lang="en-AU" sz="800" dirty="0"/>
                        <a:t>Lane</a:t>
                      </a:r>
                    </a:p>
                  </a:txBody>
                  <a:tcPr marL="18000" marR="18000" marT="18000" marB="18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A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829">
                <a:tc>
                  <a:txBody>
                    <a:bodyPr/>
                    <a:lstStyle/>
                    <a:p>
                      <a:pPr algn="ctr" defTabSz="715963">
                        <a:tabLst/>
                      </a:pPr>
                      <a:r>
                        <a:rPr lang="en-AU" sz="800" dirty="0"/>
                        <a:t>Lane</a:t>
                      </a:r>
                    </a:p>
                  </a:txBody>
                  <a:tcPr marL="18000" marR="18000" marT="18000" marB="18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A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829">
                <a:tc>
                  <a:txBody>
                    <a:bodyPr/>
                    <a:lstStyle/>
                    <a:p>
                      <a:pPr algn="ctr" defTabSz="715963">
                        <a:tabLst/>
                      </a:pPr>
                      <a:r>
                        <a:rPr lang="en-AU" sz="800" dirty="0"/>
                        <a:t>Lane</a:t>
                      </a:r>
                    </a:p>
                  </a:txBody>
                  <a:tcPr marL="18000" marR="18000" marT="18000" marB="18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A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97594" y="521434"/>
            <a:ext cx="266544" cy="42535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8000" tIns="18000" rIns="18000" bIns="18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Pool</a:t>
            </a:r>
          </a:p>
        </p:txBody>
      </p:sp>
    </p:spTree>
    <p:extLst>
      <p:ext uri="{BB962C8B-B14F-4D97-AF65-F5344CB8AC3E}">
        <p14:creationId xmlns:p14="http://schemas.microsoft.com/office/powerpoint/2010/main" val="2452602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7594" y="521561"/>
            <a:ext cx="266544" cy="4234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8000" tIns="18000" rIns="18000" bIns="18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Pool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EE7FCC-DC02-BB10-0D3D-C1B6FA07D25E}"/>
              </a:ext>
            </a:extLst>
          </p:cNvPr>
          <p:cNvSpPr/>
          <p:nvPr/>
        </p:nvSpPr>
        <p:spPr>
          <a:xfrm>
            <a:off x="564138" y="521560"/>
            <a:ext cx="266544" cy="8477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8000" tIns="18000" rIns="18000" bIns="18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Lane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52FE30-1812-94D5-59AE-958A8DC6FC49}"/>
              </a:ext>
            </a:extLst>
          </p:cNvPr>
          <p:cNvSpPr/>
          <p:nvPr/>
        </p:nvSpPr>
        <p:spPr>
          <a:xfrm>
            <a:off x="564138" y="1369269"/>
            <a:ext cx="266544" cy="8477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8000" tIns="18000" rIns="18000" bIns="18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Lane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7CFB14-789C-A903-A8D8-F2EA7007FCF3}"/>
              </a:ext>
            </a:extLst>
          </p:cNvPr>
          <p:cNvSpPr/>
          <p:nvPr/>
        </p:nvSpPr>
        <p:spPr>
          <a:xfrm>
            <a:off x="564138" y="2216978"/>
            <a:ext cx="266544" cy="8477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8000" tIns="18000" rIns="18000" bIns="18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Lane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94F142-C2A2-F3C2-BB57-0D3E0F4D7E0C}"/>
              </a:ext>
            </a:extLst>
          </p:cNvPr>
          <p:cNvSpPr/>
          <p:nvPr/>
        </p:nvSpPr>
        <p:spPr>
          <a:xfrm>
            <a:off x="564138" y="3064150"/>
            <a:ext cx="266544" cy="8477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8000" tIns="18000" rIns="18000" bIns="18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Lane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08114B-DF19-B3A2-AE9E-7611A4B9C290}"/>
              </a:ext>
            </a:extLst>
          </p:cNvPr>
          <p:cNvSpPr/>
          <p:nvPr/>
        </p:nvSpPr>
        <p:spPr>
          <a:xfrm>
            <a:off x="564138" y="3908385"/>
            <a:ext cx="266544" cy="8477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8000" tIns="18000" rIns="18000" bIns="18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Lane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19A20A-1282-15EC-48AA-5C75090A22AC}"/>
              </a:ext>
            </a:extLst>
          </p:cNvPr>
          <p:cNvSpPr/>
          <p:nvPr/>
        </p:nvSpPr>
        <p:spPr>
          <a:xfrm>
            <a:off x="830681" y="521560"/>
            <a:ext cx="9666265" cy="8477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8000" tIns="18000" rIns="18000" bIns="18000" rtlCol="0" anchor="ctr"/>
          <a:lstStyle/>
          <a:p>
            <a:pPr algn="ctr"/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7AD0AA-86FA-2EFA-0879-1C9A7840004C}"/>
              </a:ext>
            </a:extLst>
          </p:cNvPr>
          <p:cNvSpPr/>
          <p:nvPr/>
        </p:nvSpPr>
        <p:spPr>
          <a:xfrm>
            <a:off x="830681" y="1369269"/>
            <a:ext cx="9666265" cy="8477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8000" tIns="18000" rIns="18000" bIns="18000" rtlCol="0" anchor="ctr"/>
          <a:lstStyle/>
          <a:p>
            <a:pPr algn="ctr"/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3F4AA3-4E06-31D8-B5D7-6227E63E195C}"/>
              </a:ext>
            </a:extLst>
          </p:cNvPr>
          <p:cNvSpPr/>
          <p:nvPr/>
        </p:nvSpPr>
        <p:spPr>
          <a:xfrm>
            <a:off x="830681" y="2216978"/>
            <a:ext cx="9666265" cy="8477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8000" tIns="18000" rIns="18000" bIns="18000" rtlCol="0" anchor="ctr"/>
          <a:lstStyle/>
          <a:p>
            <a:pPr algn="ctr"/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4CB89D-E877-CA2A-84A7-156CB671229C}"/>
              </a:ext>
            </a:extLst>
          </p:cNvPr>
          <p:cNvSpPr/>
          <p:nvPr/>
        </p:nvSpPr>
        <p:spPr>
          <a:xfrm>
            <a:off x="830681" y="3064150"/>
            <a:ext cx="9666265" cy="8477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8000" tIns="18000" rIns="18000" bIns="18000" rtlCol="0" anchor="ctr"/>
          <a:lstStyle/>
          <a:p>
            <a:pPr algn="ctr"/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90BB1A-6C52-E8A4-24F8-C62F2C56B174}"/>
              </a:ext>
            </a:extLst>
          </p:cNvPr>
          <p:cNvSpPr/>
          <p:nvPr/>
        </p:nvSpPr>
        <p:spPr>
          <a:xfrm>
            <a:off x="830681" y="3908385"/>
            <a:ext cx="9666265" cy="8477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8000" tIns="18000" rIns="18000" bIns="18000" rtlCol="0" anchor="ctr"/>
          <a:lstStyle/>
          <a:p>
            <a:pPr algn="ctr"/>
            <a:endParaRPr lang="en-AU" sz="1000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147906-0103-4FCE-9B48-82A88CE0B296}"/>
              </a:ext>
            </a:extLst>
          </p:cNvPr>
          <p:cNvSpPr/>
          <p:nvPr/>
        </p:nvSpPr>
        <p:spPr>
          <a:xfrm>
            <a:off x="425035" y="64499"/>
            <a:ext cx="58634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BPMN Chart – Blank  </a:t>
            </a:r>
            <a:r>
              <a:rPr lang="en-AU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(swim-lane boxes instead of a table)</a:t>
            </a:r>
            <a:endParaRPr lang="en-AU" sz="14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297594" y="392212"/>
            <a:ext cx="10199353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8815731" y="4885441"/>
          <a:ext cx="1844031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3777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Blank Sheet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295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261</Words>
  <Application>Microsoft Office PowerPoint</Application>
  <PresentationFormat>Custom</PresentationFormat>
  <Paragraphs>96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McLachlan</dc:creator>
  <cp:lastModifiedBy>David McLachlan</cp:lastModifiedBy>
  <cp:revision>164</cp:revision>
  <dcterms:created xsi:type="dcterms:W3CDTF">2021-03-29T04:24:54Z</dcterms:created>
  <dcterms:modified xsi:type="dcterms:W3CDTF">2023-11-21T00:10:57Z</dcterms:modified>
</cp:coreProperties>
</file>