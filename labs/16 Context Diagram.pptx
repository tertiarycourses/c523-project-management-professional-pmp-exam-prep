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B3FF"/>
    <a:srgbClr val="D1D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80" d="100"/>
          <a:sy n="80" d="100"/>
        </p:scale>
        <p:origin x="23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5362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1785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5860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1132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5986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5560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1329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0545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5304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8653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9787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6239B-682E-4DE7-A1B0-FEA1622DE54E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186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383458" y="570271"/>
            <a:ext cx="11179277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3458" y="108606"/>
            <a:ext cx="3703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Process Name: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2073" y="108605"/>
            <a:ext cx="4330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2000" i="1" dirty="0"/>
              <a:t>Context (data flow) diagram</a:t>
            </a:r>
          </a:p>
        </p:txBody>
      </p:sp>
      <p:cxnSp>
        <p:nvCxnSpPr>
          <p:cNvPr id="41" name="Curved Connector 40"/>
          <p:cNvCxnSpPr>
            <a:cxnSpLocks/>
            <a:stCxn id="45" idx="0"/>
            <a:endCxn id="39" idx="2"/>
          </p:cNvCxnSpPr>
          <p:nvPr/>
        </p:nvCxnSpPr>
        <p:spPr>
          <a:xfrm>
            <a:off x="2525396" y="2332008"/>
            <a:ext cx="2704944" cy="866557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213B74D-A489-48EA-B4E8-B92089B8E389}"/>
              </a:ext>
            </a:extLst>
          </p:cNvPr>
          <p:cNvGrpSpPr/>
          <p:nvPr/>
        </p:nvGrpSpPr>
        <p:grpSpPr>
          <a:xfrm>
            <a:off x="1322950" y="2033896"/>
            <a:ext cx="1203923" cy="1199124"/>
            <a:chOff x="1322950" y="2033896"/>
            <a:chExt cx="1203923" cy="1199124"/>
          </a:xfrm>
        </p:grpSpPr>
        <p:sp>
          <p:nvSpPr>
            <p:cNvPr id="50" name="Rectangle 49"/>
            <p:cNvSpPr/>
            <p:nvPr/>
          </p:nvSpPr>
          <p:spPr>
            <a:xfrm>
              <a:off x="1322952" y="2033897"/>
              <a:ext cx="1203921" cy="11991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AU" sz="1400" dirty="0">
                  <a:solidFill>
                    <a:schemeClr val="tx1"/>
                  </a:solidFill>
                </a:rPr>
                <a:t>Other systems or areas</a:t>
              </a:r>
            </a:p>
          </p:txBody>
        </p:sp>
        <p:sp>
          <p:nvSpPr>
            <p:cNvPr id="44" name="Rectangle 43"/>
            <p:cNvSpPr/>
            <p:nvPr/>
          </p:nvSpPr>
          <p:spPr>
            <a:xfrm rot="5400000">
              <a:off x="1320484" y="2631714"/>
              <a:ext cx="603771" cy="5988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en-AU" sz="1400" dirty="0">
                <a:solidFill>
                  <a:schemeClr val="tx1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 rot="5400000">
              <a:off x="1928735" y="2032588"/>
              <a:ext cx="594482" cy="5988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en-AU" sz="1400" dirty="0">
                <a:solidFill>
                  <a:schemeClr val="tx1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 rot="5400000">
              <a:off x="1922010" y="2631714"/>
              <a:ext cx="603771" cy="5988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en-AU" sz="1400" dirty="0">
                <a:solidFill>
                  <a:schemeClr val="tx1"/>
                </a:solidFill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 rot="5400000">
              <a:off x="1324694" y="2032152"/>
              <a:ext cx="595352" cy="5988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en-AU" sz="14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51" name="Curved Connector 50"/>
          <p:cNvCxnSpPr>
            <a:cxnSpLocks/>
            <a:stCxn id="40" idx="2"/>
            <a:endCxn id="47" idx="0"/>
          </p:cNvCxnSpPr>
          <p:nvPr/>
        </p:nvCxnSpPr>
        <p:spPr>
          <a:xfrm rot="10800000">
            <a:off x="2523315" y="2931134"/>
            <a:ext cx="2653436" cy="552598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3D0BD89-8276-454F-86DA-009614337E65}"/>
              </a:ext>
            </a:extLst>
          </p:cNvPr>
          <p:cNvGrpSpPr/>
          <p:nvPr/>
        </p:nvGrpSpPr>
        <p:grpSpPr>
          <a:xfrm>
            <a:off x="1755839" y="4326852"/>
            <a:ext cx="1203923" cy="1199124"/>
            <a:chOff x="1755839" y="4326852"/>
            <a:chExt cx="1203923" cy="1199124"/>
          </a:xfrm>
        </p:grpSpPr>
        <p:sp>
          <p:nvSpPr>
            <p:cNvPr id="60" name="Rectangle 59"/>
            <p:cNvSpPr/>
            <p:nvPr/>
          </p:nvSpPr>
          <p:spPr>
            <a:xfrm>
              <a:off x="1755841" y="4326853"/>
              <a:ext cx="1203921" cy="11991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AU" sz="1400" dirty="0">
                  <a:solidFill>
                    <a:schemeClr val="tx1"/>
                  </a:solidFill>
                </a:rPr>
                <a:t>Other systems or areas</a:t>
              </a:r>
            </a:p>
          </p:txBody>
        </p:sp>
        <p:sp>
          <p:nvSpPr>
            <p:cNvPr id="56" name="Rectangle 55"/>
            <p:cNvSpPr/>
            <p:nvPr/>
          </p:nvSpPr>
          <p:spPr>
            <a:xfrm rot="5400000">
              <a:off x="1753373" y="4924670"/>
              <a:ext cx="603771" cy="5988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en-AU" sz="1400" dirty="0">
                <a:solidFill>
                  <a:schemeClr val="tx1"/>
                </a:solidFill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 rot="5400000">
              <a:off x="2361624" y="4325544"/>
              <a:ext cx="594482" cy="5988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en-AU" sz="1400" dirty="0">
                <a:solidFill>
                  <a:schemeClr val="tx1"/>
                </a:solidFill>
              </a:endParaRPr>
            </a:p>
          </p:txBody>
        </p:sp>
        <p:sp>
          <p:nvSpPr>
            <p:cNvPr id="58" name="Rectangle 57"/>
            <p:cNvSpPr/>
            <p:nvPr/>
          </p:nvSpPr>
          <p:spPr>
            <a:xfrm rot="5400000">
              <a:off x="2354899" y="4924670"/>
              <a:ext cx="603771" cy="5988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en-AU" sz="1400" dirty="0">
                <a:solidFill>
                  <a:schemeClr val="tx1"/>
                </a:solidFill>
              </a:endParaRPr>
            </a:p>
          </p:txBody>
        </p:sp>
        <p:sp>
          <p:nvSpPr>
            <p:cNvPr id="59" name="Rectangle 58"/>
            <p:cNvSpPr/>
            <p:nvPr/>
          </p:nvSpPr>
          <p:spPr>
            <a:xfrm rot="5400000">
              <a:off x="1757583" y="4325108"/>
              <a:ext cx="595352" cy="5988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en-AU" sz="14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64" name="Curved Connector 63"/>
          <p:cNvCxnSpPr>
            <a:cxnSpLocks/>
            <a:stCxn id="57" idx="0"/>
            <a:endCxn id="39" idx="3"/>
          </p:cNvCxnSpPr>
          <p:nvPr/>
        </p:nvCxnSpPr>
        <p:spPr>
          <a:xfrm flipV="1">
            <a:off x="2958285" y="3848683"/>
            <a:ext cx="2301215" cy="776281"/>
          </a:xfrm>
          <a:prstGeom prst="curved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urved Connector 64"/>
          <p:cNvCxnSpPr>
            <a:stCxn id="40" idx="3"/>
            <a:endCxn id="60" idx="3"/>
          </p:cNvCxnSpPr>
          <p:nvPr/>
        </p:nvCxnSpPr>
        <p:spPr>
          <a:xfrm rot="5400000">
            <a:off x="3772052" y="3272676"/>
            <a:ext cx="841449" cy="2466028"/>
          </a:xfrm>
          <a:prstGeom prst="curved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90A32D7-66C0-4E56-B377-8F4B049967EE}"/>
              </a:ext>
            </a:extLst>
          </p:cNvPr>
          <p:cNvGrpSpPr/>
          <p:nvPr/>
        </p:nvGrpSpPr>
        <p:grpSpPr>
          <a:xfrm>
            <a:off x="5248731" y="5253077"/>
            <a:ext cx="1203923" cy="1199124"/>
            <a:chOff x="5248731" y="5253077"/>
            <a:chExt cx="1203923" cy="1199124"/>
          </a:xfrm>
        </p:grpSpPr>
        <p:sp>
          <p:nvSpPr>
            <p:cNvPr id="68" name="Rectangle 67"/>
            <p:cNvSpPr/>
            <p:nvPr/>
          </p:nvSpPr>
          <p:spPr>
            <a:xfrm>
              <a:off x="5248733" y="5253078"/>
              <a:ext cx="1203921" cy="11991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AU" sz="1400" dirty="0">
                  <a:solidFill>
                    <a:schemeClr val="tx1"/>
                  </a:solidFill>
                </a:rPr>
                <a:t>Other systems or areas</a:t>
              </a:r>
            </a:p>
          </p:txBody>
        </p:sp>
        <p:sp>
          <p:nvSpPr>
            <p:cNvPr id="53" name="Rectangle 52"/>
            <p:cNvSpPr/>
            <p:nvPr/>
          </p:nvSpPr>
          <p:spPr>
            <a:xfrm rot="5400000">
              <a:off x="5246265" y="5850895"/>
              <a:ext cx="603771" cy="5988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en-AU" sz="1400" dirty="0">
                <a:solidFill>
                  <a:schemeClr val="tx1"/>
                </a:solidFill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 rot="5400000">
              <a:off x="5854516" y="5251769"/>
              <a:ext cx="594482" cy="5988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en-AU" sz="1400" dirty="0">
                <a:solidFill>
                  <a:schemeClr val="tx1"/>
                </a:solidFill>
              </a:endParaRPr>
            </a:p>
          </p:txBody>
        </p:sp>
        <p:sp>
          <p:nvSpPr>
            <p:cNvPr id="66" name="Rectangle 65"/>
            <p:cNvSpPr/>
            <p:nvPr/>
          </p:nvSpPr>
          <p:spPr>
            <a:xfrm rot="5400000">
              <a:off x="5847791" y="5850895"/>
              <a:ext cx="603771" cy="5988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en-AU" sz="1400" dirty="0">
                <a:solidFill>
                  <a:schemeClr val="tx1"/>
                </a:solidFill>
              </a:endParaRPr>
            </a:p>
          </p:txBody>
        </p:sp>
        <p:sp>
          <p:nvSpPr>
            <p:cNvPr id="67" name="Rectangle 66"/>
            <p:cNvSpPr/>
            <p:nvPr/>
          </p:nvSpPr>
          <p:spPr>
            <a:xfrm rot="5400000">
              <a:off x="5250475" y="5251333"/>
              <a:ext cx="595352" cy="5988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en-AU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284C04E-9F8B-4707-B1D7-59284FE27A63}"/>
              </a:ext>
            </a:extLst>
          </p:cNvPr>
          <p:cNvGrpSpPr/>
          <p:nvPr/>
        </p:nvGrpSpPr>
        <p:grpSpPr>
          <a:xfrm>
            <a:off x="5402192" y="738903"/>
            <a:ext cx="1203923" cy="1199124"/>
            <a:chOff x="5402192" y="738903"/>
            <a:chExt cx="1203923" cy="1199124"/>
          </a:xfrm>
        </p:grpSpPr>
        <p:sp>
          <p:nvSpPr>
            <p:cNvPr id="76" name="Rectangle 75"/>
            <p:cNvSpPr/>
            <p:nvPr/>
          </p:nvSpPr>
          <p:spPr>
            <a:xfrm>
              <a:off x="5402194" y="738904"/>
              <a:ext cx="1203921" cy="11991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AU" sz="1400" dirty="0">
                  <a:solidFill>
                    <a:schemeClr val="tx1"/>
                  </a:solidFill>
                </a:rPr>
                <a:t>Other systems or areas</a:t>
              </a:r>
            </a:p>
          </p:txBody>
        </p:sp>
        <p:sp>
          <p:nvSpPr>
            <p:cNvPr id="70" name="Rectangle 69"/>
            <p:cNvSpPr/>
            <p:nvPr/>
          </p:nvSpPr>
          <p:spPr>
            <a:xfrm rot="5400000">
              <a:off x="5399726" y="1336721"/>
              <a:ext cx="603771" cy="5988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en-AU" sz="1400" dirty="0">
                <a:solidFill>
                  <a:schemeClr val="tx1"/>
                </a:solidFill>
              </a:endParaRPr>
            </a:p>
          </p:txBody>
        </p:sp>
        <p:sp>
          <p:nvSpPr>
            <p:cNvPr id="72" name="Rectangle 71"/>
            <p:cNvSpPr/>
            <p:nvPr/>
          </p:nvSpPr>
          <p:spPr>
            <a:xfrm rot="5400000">
              <a:off x="6007977" y="737595"/>
              <a:ext cx="594482" cy="5988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en-AU" sz="1400" dirty="0">
                <a:solidFill>
                  <a:schemeClr val="tx1"/>
                </a:solidFill>
              </a:endParaRPr>
            </a:p>
          </p:txBody>
        </p:sp>
        <p:sp>
          <p:nvSpPr>
            <p:cNvPr id="73" name="Rectangle 72"/>
            <p:cNvSpPr/>
            <p:nvPr/>
          </p:nvSpPr>
          <p:spPr>
            <a:xfrm rot="5400000">
              <a:off x="6001252" y="1336721"/>
              <a:ext cx="603771" cy="5988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en-AU" sz="1400" dirty="0">
                <a:solidFill>
                  <a:schemeClr val="tx1"/>
                </a:solidFill>
              </a:endParaRPr>
            </a:p>
          </p:txBody>
        </p:sp>
        <p:sp>
          <p:nvSpPr>
            <p:cNvPr id="75" name="Rectangle 74"/>
            <p:cNvSpPr/>
            <p:nvPr/>
          </p:nvSpPr>
          <p:spPr>
            <a:xfrm rot="5400000">
              <a:off x="5403936" y="737159"/>
              <a:ext cx="595352" cy="5988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en-AU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91A0698-A3EE-46B7-A898-DB939D8A4765}"/>
              </a:ext>
            </a:extLst>
          </p:cNvPr>
          <p:cNvGrpSpPr/>
          <p:nvPr/>
        </p:nvGrpSpPr>
        <p:grpSpPr>
          <a:xfrm>
            <a:off x="8232975" y="1430124"/>
            <a:ext cx="1203923" cy="1199124"/>
            <a:chOff x="8232975" y="1430124"/>
            <a:chExt cx="1203923" cy="1199124"/>
          </a:xfrm>
        </p:grpSpPr>
        <p:sp>
          <p:nvSpPr>
            <p:cNvPr id="83" name="Rectangle 82"/>
            <p:cNvSpPr/>
            <p:nvPr/>
          </p:nvSpPr>
          <p:spPr>
            <a:xfrm>
              <a:off x="8232977" y="1430125"/>
              <a:ext cx="1203921" cy="11991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AU" sz="1400" dirty="0">
                  <a:solidFill>
                    <a:schemeClr val="tx1"/>
                  </a:solidFill>
                </a:rPr>
                <a:t>Other systems or areas</a:t>
              </a:r>
            </a:p>
          </p:txBody>
        </p:sp>
        <p:sp>
          <p:nvSpPr>
            <p:cNvPr id="79" name="Rectangle 78"/>
            <p:cNvSpPr/>
            <p:nvPr/>
          </p:nvSpPr>
          <p:spPr>
            <a:xfrm rot="5400000">
              <a:off x="8230509" y="2027942"/>
              <a:ext cx="603771" cy="5988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en-AU" sz="1400" dirty="0">
                <a:solidFill>
                  <a:schemeClr val="tx1"/>
                </a:solidFill>
              </a:endParaRPr>
            </a:p>
          </p:txBody>
        </p:sp>
        <p:sp>
          <p:nvSpPr>
            <p:cNvPr id="80" name="Rectangle 79"/>
            <p:cNvSpPr/>
            <p:nvPr/>
          </p:nvSpPr>
          <p:spPr>
            <a:xfrm rot="5400000">
              <a:off x="8838760" y="1428816"/>
              <a:ext cx="594482" cy="5988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en-AU" sz="1400" dirty="0">
                <a:solidFill>
                  <a:schemeClr val="tx1"/>
                </a:solidFill>
              </a:endParaRPr>
            </a:p>
          </p:txBody>
        </p:sp>
        <p:sp>
          <p:nvSpPr>
            <p:cNvPr id="81" name="Rectangle 80"/>
            <p:cNvSpPr/>
            <p:nvPr/>
          </p:nvSpPr>
          <p:spPr>
            <a:xfrm rot="5400000">
              <a:off x="8832035" y="2027942"/>
              <a:ext cx="603771" cy="5988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en-AU" sz="1400" dirty="0">
                <a:solidFill>
                  <a:schemeClr val="tx1"/>
                </a:solidFill>
              </a:endParaRPr>
            </a:p>
          </p:txBody>
        </p:sp>
        <p:sp>
          <p:nvSpPr>
            <p:cNvPr id="82" name="Rectangle 81"/>
            <p:cNvSpPr/>
            <p:nvPr/>
          </p:nvSpPr>
          <p:spPr>
            <a:xfrm rot="5400000">
              <a:off x="8234719" y="1428380"/>
              <a:ext cx="595352" cy="5988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en-AU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99C1B14-7465-47B5-85C9-2BF70F5DA421}"/>
              </a:ext>
            </a:extLst>
          </p:cNvPr>
          <p:cNvGrpSpPr/>
          <p:nvPr/>
        </p:nvGrpSpPr>
        <p:grpSpPr>
          <a:xfrm>
            <a:off x="8223040" y="5005891"/>
            <a:ext cx="1203923" cy="1199124"/>
            <a:chOff x="8223040" y="5005891"/>
            <a:chExt cx="1203923" cy="1199124"/>
          </a:xfrm>
        </p:grpSpPr>
        <p:sp>
          <p:nvSpPr>
            <p:cNvPr id="95" name="Rectangle 94"/>
            <p:cNvSpPr/>
            <p:nvPr/>
          </p:nvSpPr>
          <p:spPr>
            <a:xfrm>
              <a:off x="8223042" y="5005892"/>
              <a:ext cx="1203921" cy="11991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AU" sz="1400" dirty="0">
                  <a:solidFill>
                    <a:schemeClr val="tx1"/>
                  </a:solidFill>
                </a:rPr>
                <a:t>Other systems or areas</a:t>
              </a:r>
            </a:p>
          </p:txBody>
        </p:sp>
        <p:sp>
          <p:nvSpPr>
            <p:cNvPr id="88" name="Rectangle 87"/>
            <p:cNvSpPr/>
            <p:nvPr/>
          </p:nvSpPr>
          <p:spPr>
            <a:xfrm rot="5400000">
              <a:off x="8220574" y="5603709"/>
              <a:ext cx="603771" cy="5988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en-AU" sz="1400" dirty="0">
                <a:solidFill>
                  <a:schemeClr val="tx1"/>
                </a:solidFill>
              </a:endParaRPr>
            </a:p>
          </p:txBody>
        </p:sp>
        <p:sp>
          <p:nvSpPr>
            <p:cNvPr id="89" name="Rectangle 88"/>
            <p:cNvSpPr/>
            <p:nvPr/>
          </p:nvSpPr>
          <p:spPr>
            <a:xfrm rot="5400000">
              <a:off x="8828825" y="5004583"/>
              <a:ext cx="594482" cy="5988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en-AU" sz="1400" dirty="0">
                <a:solidFill>
                  <a:schemeClr val="tx1"/>
                </a:solidFill>
              </a:endParaRPr>
            </a:p>
          </p:txBody>
        </p:sp>
        <p:sp>
          <p:nvSpPr>
            <p:cNvPr id="90" name="Rectangle 89"/>
            <p:cNvSpPr/>
            <p:nvPr/>
          </p:nvSpPr>
          <p:spPr>
            <a:xfrm rot="5400000">
              <a:off x="8822100" y="5603709"/>
              <a:ext cx="603771" cy="5988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en-AU" sz="1400" dirty="0">
                <a:solidFill>
                  <a:schemeClr val="tx1"/>
                </a:solidFill>
              </a:endParaRPr>
            </a:p>
          </p:txBody>
        </p:sp>
        <p:sp>
          <p:nvSpPr>
            <p:cNvPr id="91" name="Rectangle 90"/>
            <p:cNvSpPr/>
            <p:nvPr/>
          </p:nvSpPr>
          <p:spPr>
            <a:xfrm rot="5400000">
              <a:off x="8224784" y="5004147"/>
              <a:ext cx="595352" cy="5988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en-AU" sz="14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96" name="Curved Connector 95"/>
          <p:cNvCxnSpPr>
            <a:cxnSpLocks/>
            <a:stCxn id="70" idx="3"/>
            <a:endCxn id="39" idx="1"/>
          </p:cNvCxnSpPr>
          <p:nvPr/>
        </p:nvCxnSpPr>
        <p:spPr>
          <a:xfrm rot="5400000">
            <a:off x="5295409" y="2312040"/>
            <a:ext cx="780216" cy="32189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urved Connector 96"/>
          <p:cNvCxnSpPr>
            <a:stCxn id="39" idx="0"/>
            <a:endCxn id="73" idx="3"/>
          </p:cNvCxnSpPr>
          <p:nvPr/>
        </p:nvCxnSpPr>
        <p:spPr>
          <a:xfrm rot="16200000" flipV="1">
            <a:off x="5935811" y="2305352"/>
            <a:ext cx="751056" cy="16403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urved Connector 97"/>
          <p:cNvCxnSpPr>
            <a:cxnSpLocks/>
            <a:stCxn id="40" idx="7"/>
            <a:endCxn id="83" idx="1"/>
          </p:cNvCxnSpPr>
          <p:nvPr/>
        </p:nvCxnSpPr>
        <p:spPr>
          <a:xfrm rot="5400000" flipH="1" flipV="1">
            <a:off x="7004213" y="1653733"/>
            <a:ext cx="852810" cy="1604718"/>
          </a:xfrm>
          <a:prstGeom prst="curved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urved Connector 98"/>
          <p:cNvCxnSpPr>
            <a:stCxn id="83" idx="2"/>
            <a:endCxn id="95" idx="0"/>
          </p:cNvCxnSpPr>
          <p:nvPr/>
        </p:nvCxnSpPr>
        <p:spPr>
          <a:xfrm rot="5400000">
            <a:off x="7641649" y="3812603"/>
            <a:ext cx="2376644" cy="9935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urved Connector 101"/>
          <p:cNvCxnSpPr>
            <a:stCxn id="91" idx="1"/>
            <a:endCxn id="39" idx="6"/>
          </p:cNvCxnSpPr>
          <p:nvPr/>
        </p:nvCxnSpPr>
        <p:spPr>
          <a:xfrm rot="16200000" flipV="1">
            <a:off x="7061938" y="3545368"/>
            <a:ext cx="1227609" cy="1693437"/>
          </a:xfrm>
          <a:prstGeom prst="curved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urved Connector 102"/>
          <p:cNvCxnSpPr>
            <a:cxnSpLocks/>
            <a:stCxn id="91" idx="2"/>
            <a:endCxn id="40" idx="5"/>
          </p:cNvCxnSpPr>
          <p:nvPr/>
        </p:nvCxnSpPr>
        <p:spPr>
          <a:xfrm rot="10800000">
            <a:off x="6628259" y="4084967"/>
            <a:ext cx="1594782" cy="1218601"/>
          </a:xfrm>
          <a:prstGeom prst="curved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394535" y="2490428"/>
            <a:ext cx="867440" cy="284653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900" dirty="0">
                <a:solidFill>
                  <a:schemeClr val="tx1"/>
                </a:solidFill>
              </a:rPr>
              <a:t>Type of information in</a:t>
            </a:r>
            <a:endParaRPr lang="en-AU" sz="1000" dirty="0">
              <a:solidFill>
                <a:schemeClr val="tx1"/>
              </a:solidFill>
            </a:endParaRPr>
          </a:p>
        </p:txBody>
      </p:sp>
      <p:sp>
        <p:nvSpPr>
          <p:cNvPr id="104" name="Rounded Rectangle 103"/>
          <p:cNvSpPr/>
          <p:nvPr/>
        </p:nvSpPr>
        <p:spPr>
          <a:xfrm>
            <a:off x="3129785" y="3081370"/>
            <a:ext cx="867440" cy="284653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900" dirty="0">
                <a:solidFill>
                  <a:schemeClr val="tx1"/>
                </a:solidFill>
              </a:rPr>
              <a:t>Type of information out</a:t>
            </a:r>
            <a:endParaRPr lang="en-AU" sz="1000" dirty="0">
              <a:solidFill>
                <a:schemeClr val="tx1"/>
              </a:solidFill>
            </a:endParaRPr>
          </a:p>
        </p:txBody>
      </p:sp>
      <p:sp>
        <p:nvSpPr>
          <p:cNvPr id="105" name="Rounded Rectangle 104"/>
          <p:cNvSpPr/>
          <p:nvPr/>
        </p:nvSpPr>
        <p:spPr>
          <a:xfrm>
            <a:off x="3834992" y="4238643"/>
            <a:ext cx="867440" cy="284653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900" dirty="0">
                <a:solidFill>
                  <a:schemeClr val="tx1"/>
                </a:solidFill>
              </a:rPr>
              <a:t>Type of information in</a:t>
            </a:r>
            <a:endParaRPr lang="en-AU" sz="1000" dirty="0">
              <a:solidFill>
                <a:schemeClr val="tx1"/>
              </a:solidFill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3596454" y="4739860"/>
            <a:ext cx="867440" cy="284653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900" dirty="0">
                <a:solidFill>
                  <a:schemeClr val="tx1"/>
                </a:solidFill>
              </a:rPr>
              <a:t>Type of information out</a:t>
            </a:r>
            <a:endParaRPr lang="en-AU" sz="1000" dirty="0">
              <a:solidFill>
                <a:schemeClr val="tx1"/>
              </a:solidFill>
            </a:endParaRPr>
          </a:p>
        </p:txBody>
      </p:sp>
      <p:sp>
        <p:nvSpPr>
          <p:cNvPr id="111" name="Rounded Rectangle 110"/>
          <p:cNvSpPr/>
          <p:nvPr/>
        </p:nvSpPr>
        <p:spPr>
          <a:xfrm>
            <a:off x="4971793" y="2224579"/>
            <a:ext cx="867440" cy="284653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900" dirty="0">
                <a:solidFill>
                  <a:schemeClr val="tx1"/>
                </a:solidFill>
              </a:rPr>
              <a:t>Type of information in</a:t>
            </a:r>
            <a:endParaRPr lang="en-AU" sz="1000" dirty="0">
              <a:solidFill>
                <a:schemeClr val="tx1"/>
              </a:solidFill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5921595" y="2114135"/>
            <a:ext cx="867440" cy="284653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900" dirty="0">
                <a:solidFill>
                  <a:schemeClr val="tx1"/>
                </a:solidFill>
              </a:rPr>
              <a:t>Type of information out</a:t>
            </a:r>
            <a:endParaRPr lang="en-AU" sz="1000" dirty="0">
              <a:solidFill>
                <a:schemeClr val="tx1"/>
              </a:solidFill>
            </a:endParaRPr>
          </a:p>
        </p:txBody>
      </p:sp>
      <p:sp>
        <p:nvSpPr>
          <p:cNvPr id="113" name="Rounded Rectangle 112"/>
          <p:cNvSpPr/>
          <p:nvPr/>
        </p:nvSpPr>
        <p:spPr>
          <a:xfrm>
            <a:off x="7417020" y="3952170"/>
            <a:ext cx="867440" cy="284653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900" dirty="0">
                <a:solidFill>
                  <a:schemeClr val="tx1"/>
                </a:solidFill>
              </a:rPr>
              <a:t>Type of information in</a:t>
            </a:r>
            <a:endParaRPr lang="en-AU" sz="1000" dirty="0">
              <a:solidFill>
                <a:schemeClr val="tx1"/>
              </a:solidFill>
            </a:endParaRPr>
          </a:p>
        </p:txBody>
      </p:sp>
      <p:sp>
        <p:nvSpPr>
          <p:cNvPr id="114" name="Rounded Rectangle 113"/>
          <p:cNvSpPr/>
          <p:nvPr/>
        </p:nvSpPr>
        <p:spPr>
          <a:xfrm>
            <a:off x="7044003" y="4950807"/>
            <a:ext cx="867440" cy="284653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900" dirty="0">
                <a:solidFill>
                  <a:schemeClr val="tx1"/>
                </a:solidFill>
              </a:rPr>
              <a:t>Type of information out</a:t>
            </a:r>
            <a:endParaRPr lang="en-AU" sz="1000" dirty="0">
              <a:solidFill>
                <a:schemeClr val="tx1"/>
              </a:solidFill>
            </a:endParaRPr>
          </a:p>
        </p:txBody>
      </p:sp>
      <p:sp>
        <p:nvSpPr>
          <p:cNvPr id="115" name="Rounded Rectangle 114"/>
          <p:cNvSpPr/>
          <p:nvPr/>
        </p:nvSpPr>
        <p:spPr>
          <a:xfrm>
            <a:off x="8462638" y="3366023"/>
            <a:ext cx="867440" cy="284653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900" dirty="0">
                <a:solidFill>
                  <a:schemeClr val="tx1"/>
                </a:solidFill>
              </a:rPr>
              <a:t>Type of information in</a:t>
            </a:r>
            <a:endParaRPr lang="en-AU" sz="1000" dirty="0">
              <a:solidFill>
                <a:schemeClr val="tx1"/>
              </a:solidFill>
            </a:endParaRPr>
          </a:p>
        </p:txBody>
      </p:sp>
      <p:cxnSp>
        <p:nvCxnSpPr>
          <p:cNvPr id="117" name="Curved Connector 116"/>
          <p:cNvCxnSpPr>
            <a:stCxn id="67" idx="1"/>
            <a:endCxn id="39" idx="4"/>
          </p:cNvCxnSpPr>
          <p:nvPr/>
        </p:nvCxnSpPr>
        <p:spPr>
          <a:xfrm rot="5400000" flipH="1" flipV="1">
            <a:off x="5161331" y="4674585"/>
            <a:ext cx="965312" cy="191672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ounded Rectangle 107"/>
          <p:cNvSpPr/>
          <p:nvPr/>
        </p:nvSpPr>
        <p:spPr>
          <a:xfrm>
            <a:off x="4967067" y="4657264"/>
            <a:ext cx="867440" cy="284653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900" dirty="0">
                <a:solidFill>
                  <a:schemeClr val="tx1"/>
                </a:solidFill>
              </a:rPr>
              <a:t>Type of information in</a:t>
            </a:r>
            <a:endParaRPr lang="en-AU" sz="1000" dirty="0">
              <a:solidFill>
                <a:schemeClr val="tx1"/>
              </a:solidFill>
            </a:endParaRPr>
          </a:p>
        </p:txBody>
      </p:sp>
      <p:cxnSp>
        <p:nvCxnSpPr>
          <p:cNvPr id="118" name="Curved Connector 117"/>
          <p:cNvCxnSpPr>
            <a:cxnSpLocks/>
            <a:stCxn id="40" idx="4"/>
            <a:endCxn id="68" idx="0"/>
          </p:cNvCxnSpPr>
          <p:nvPr/>
        </p:nvCxnSpPr>
        <p:spPr>
          <a:xfrm rot="5400000">
            <a:off x="5479324" y="4705376"/>
            <a:ext cx="919073" cy="176331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ounded Rectangle 109"/>
          <p:cNvSpPr/>
          <p:nvPr/>
        </p:nvSpPr>
        <p:spPr>
          <a:xfrm>
            <a:off x="5889776" y="4551941"/>
            <a:ext cx="867440" cy="284653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900" dirty="0">
                <a:solidFill>
                  <a:schemeClr val="tx1"/>
                </a:solidFill>
              </a:rPr>
              <a:t>Type of information out</a:t>
            </a:r>
            <a:endParaRPr lang="en-AU" sz="1000" dirty="0">
              <a:solidFill>
                <a:schemeClr val="tx1"/>
              </a:solidFill>
            </a:endParaRPr>
          </a:p>
        </p:txBody>
      </p:sp>
      <p:sp>
        <p:nvSpPr>
          <p:cNvPr id="119" name="Rounded Rectangle 118"/>
          <p:cNvSpPr/>
          <p:nvPr/>
        </p:nvSpPr>
        <p:spPr>
          <a:xfrm>
            <a:off x="7071499" y="2096995"/>
            <a:ext cx="867440" cy="284653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900" dirty="0">
                <a:solidFill>
                  <a:schemeClr val="tx1"/>
                </a:solidFill>
              </a:rPr>
              <a:t>Type of information out</a:t>
            </a:r>
            <a:endParaRPr lang="en-AU" sz="1000" dirty="0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834465" y="5619399"/>
            <a:ext cx="226733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00" b="1" u="sng" dirty="0"/>
              <a:t>Guidelines</a:t>
            </a:r>
          </a:p>
          <a:p>
            <a:pPr marL="93663" indent="-93663">
              <a:buFont typeface="Arial" panose="020B0604020202020204" pitchFamily="34" charset="0"/>
              <a:buChar char="•"/>
            </a:pPr>
            <a:r>
              <a:rPr lang="en-AU" sz="900" dirty="0"/>
              <a:t>Each box or circle shape will have 12 or more connection points – select your arrow and hover the end over the shape to see the connectors.</a:t>
            </a:r>
          </a:p>
          <a:p>
            <a:pPr marL="93663" indent="-93663">
              <a:buFont typeface="Arial" panose="020B0604020202020204" pitchFamily="34" charset="0"/>
              <a:buChar char="•"/>
            </a:pPr>
            <a:r>
              <a:rPr lang="en-AU" sz="900" dirty="0"/>
              <a:t>To make the Canvas bigger, select “Design”, “Slide Size”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29E1E49-47C6-4359-8F63-53382E28DD95}"/>
              </a:ext>
            </a:extLst>
          </p:cNvPr>
          <p:cNvGrpSpPr/>
          <p:nvPr/>
        </p:nvGrpSpPr>
        <p:grpSpPr>
          <a:xfrm>
            <a:off x="5176751" y="2633458"/>
            <a:ext cx="1703204" cy="1705239"/>
            <a:chOff x="5176751" y="2633458"/>
            <a:chExt cx="1703204" cy="1705239"/>
          </a:xfrm>
        </p:grpSpPr>
        <p:sp>
          <p:nvSpPr>
            <p:cNvPr id="40" name="Oval 39"/>
            <p:cNvSpPr/>
            <p:nvPr/>
          </p:nvSpPr>
          <p:spPr>
            <a:xfrm>
              <a:off x="5176751" y="2633458"/>
              <a:ext cx="1700547" cy="1700547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Main system or process</a:t>
              </a:r>
            </a:p>
          </p:txBody>
        </p:sp>
        <p:sp>
          <p:nvSpPr>
            <p:cNvPr id="39" name="Oval 38"/>
            <p:cNvSpPr/>
            <p:nvPr/>
          </p:nvSpPr>
          <p:spPr>
            <a:xfrm rot="1195904">
              <a:off x="5179408" y="2638150"/>
              <a:ext cx="1700547" cy="1700547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en-AU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8186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383458" y="570271"/>
            <a:ext cx="11179277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3457" y="108606"/>
            <a:ext cx="50728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Process Name: </a:t>
            </a:r>
            <a:r>
              <a:rPr lang="en-AU" sz="2000" i="1" dirty="0"/>
              <a:t>Hotel Reservation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2073" y="108605"/>
            <a:ext cx="4330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2000" i="1" dirty="0"/>
              <a:t>Context (data flow) diagram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C6122AA-B4F4-490C-9A19-6A1D9A1A8E70}"/>
              </a:ext>
            </a:extLst>
          </p:cNvPr>
          <p:cNvGrpSpPr/>
          <p:nvPr/>
        </p:nvGrpSpPr>
        <p:grpSpPr>
          <a:xfrm>
            <a:off x="5169131" y="2633458"/>
            <a:ext cx="1701934" cy="1705239"/>
            <a:chOff x="5169131" y="2633458"/>
            <a:chExt cx="1701934" cy="1705239"/>
          </a:xfrm>
        </p:grpSpPr>
        <p:sp>
          <p:nvSpPr>
            <p:cNvPr id="40" name="Oval 39"/>
            <p:cNvSpPr/>
            <p:nvPr/>
          </p:nvSpPr>
          <p:spPr>
            <a:xfrm>
              <a:off x="5169131" y="2633458"/>
              <a:ext cx="1700547" cy="1700547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Booking a Room</a:t>
              </a:r>
            </a:p>
          </p:txBody>
        </p:sp>
        <p:sp>
          <p:nvSpPr>
            <p:cNvPr id="39" name="Oval 38"/>
            <p:cNvSpPr/>
            <p:nvPr/>
          </p:nvSpPr>
          <p:spPr>
            <a:xfrm rot="1195904">
              <a:off x="5170518" y="2638150"/>
              <a:ext cx="1700547" cy="1700547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en-AU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41" name="Curved Connector 40"/>
          <p:cNvCxnSpPr>
            <a:stCxn id="45" idx="0"/>
            <a:endCxn id="40" idx="1"/>
          </p:cNvCxnSpPr>
          <p:nvPr/>
        </p:nvCxnSpPr>
        <p:spPr>
          <a:xfrm>
            <a:off x="3719502" y="1764981"/>
            <a:ext cx="1698668" cy="1117516"/>
          </a:xfrm>
          <a:prstGeom prst="curved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C2F8C975-720B-43B9-82A3-3C245BC19EAA}"/>
              </a:ext>
            </a:extLst>
          </p:cNvPr>
          <p:cNvGrpSpPr/>
          <p:nvPr/>
        </p:nvGrpSpPr>
        <p:grpSpPr>
          <a:xfrm>
            <a:off x="2517056" y="1466869"/>
            <a:ext cx="1203923" cy="1199124"/>
            <a:chOff x="2517056" y="1466869"/>
            <a:chExt cx="1203923" cy="1199124"/>
          </a:xfrm>
        </p:grpSpPr>
        <p:sp>
          <p:nvSpPr>
            <p:cNvPr id="50" name="Rectangle 49"/>
            <p:cNvSpPr/>
            <p:nvPr/>
          </p:nvSpPr>
          <p:spPr>
            <a:xfrm>
              <a:off x="2517058" y="1466870"/>
              <a:ext cx="1203921" cy="11991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AU" sz="1400" dirty="0">
                  <a:solidFill>
                    <a:schemeClr val="tx1"/>
                  </a:solidFill>
                </a:rPr>
                <a:t>Guest</a:t>
              </a:r>
            </a:p>
          </p:txBody>
        </p:sp>
        <p:sp>
          <p:nvSpPr>
            <p:cNvPr id="44" name="Rectangle 43"/>
            <p:cNvSpPr/>
            <p:nvPr/>
          </p:nvSpPr>
          <p:spPr>
            <a:xfrm rot="5400000">
              <a:off x="2514590" y="2064687"/>
              <a:ext cx="603771" cy="5988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en-AU" sz="1400" dirty="0">
                <a:solidFill>
                  <a:schemeClr val="tx1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 rot="5400000">
              <a:off x="3122841" y="1465561"/>
              <a:ext cx="594482" cy="5988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en-AU" sz="1400" dirty="0">
                <a:solidFill>
                  <a:schemeClr val="tx1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 rot="5400000">
              <a:off x="3116116" y="2064687"/>
              <a:ext cx="603771" cy="5988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en-AU" sz="1400" dirty="0">
                <a:solidFill>
                  <a:schemeClr val="tx1"/>
                </a:solidFill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 rot="5400000">
              <a:off x="2518800" y="1465125"/>
              <a:ext cx="595352" cy="5988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en-AU" sz="14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51" name="Curved Connector 50"/>
          <p:cNvCxnSpPr>
            <a:stCxn id="40" idx="2"/>
            <a:endCxn id="47" idx="0"/>
          </p:cNvCxnSpPr>
          <p:nvPr/>
        </p:nvCxnSpPr>
        <p:spPr>
          <a:xfrm rot="10800000">
            <a:off x="3717421" y="2364108"/>
            <a:ext cx="1451710" cy="1119625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457B2BF7-C43A-4197-9514-8C4D4A167CE0}"/>
              </a:ext>
            </a:extLst>
          </p:cNvPr>
          <p:cNvGrpSpPr/>
          <p:nvPr/>
        </p:nvGrpSpPr>
        <p:grpSpPr>
          <a:xfrm>
            <a:off x="1755839" y="4326852"/>
            <a:ext cx="1203923" cy="1199124"/>
            <a:chOff x="1755839" y="4326852"/>
            <a:chExt cx="1203923" cy="1199124"/>
          </a:xfrm>
        </p:grpSpPr>
        <p:sp>
          <p:nvSpPr>
            <p:cNvPr id="60" name="Rectangle 59"/>
            <p:cNvSpPr/>
            <p:nvPr/>
          </p:nvSpPr>
          <p:spPr>
            <a:xfrm>
              <a:off x="1755841" y="4326853"/>
              <a:ext cx="1203921" cy="11991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AU" sz="1400" dirty="0">
                  <a:solidFill>
                    <a:schemeClr val="tx1"/>
                  </a:solidFill>
                </a:rPr>
                <a:t>Bank</a:t>
              </a:r>
            </a:p>
          </p:txBody>
        </p:sp>
        <p:sp>
          <p:nvSpPr>
            <p:cNvPr id="56" name="Rectangle 55"/>
            <p:cNvSpPr/>
            <p:nvPr/>
          </p:nvSpPr>
          <p:spPr>
            <a:xfrm rot="5400000">
              <a:off x="1753373" y="4924670"/>
              <a:ext cx="603771" cy="5988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en-AU" sz="1400" dirty="0">
                <a:solidFill>
                  <a:schemeClr val="tx1"/>
                </a:solidFill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 rot="5400000">
              <a:off x="2361624" y="4325544"/>
              <a:ext cx="594482" cy="5988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en-AU" sz="1400" dirty="0">
                <a:solidFill>
                  <a:schemeClr val="tx1"/>
                </a:solidFill>
              </a:endParaRPr>
            </a:p>
          </p:txBody>
        </p:sp>
        <p:sp>
          <p:nvSpPr>
            <p:cNvPr id="58" name="Rectangle 57"/>
            <p:cNvSpPr/>
            <p:nvPr/>
          </p:nvSpPr>
          <p:spPr>
            <a:xfrm rot="5400000">
              <a:off x="2354899" y="4924670"/>
              <a:ext cx="603771" cy="5988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en-AU" sz="1400" dirty="0">
                <a:solidFill>
                  <a:schemeClr val="tx1"/>
                </a:solidFill>
              </a:endParaRPr>
            </a:p>
          </p:txBody>
        </p:sp>
        <p:sp>
          <p:nvSpPr>
            <p:cNvPr id="59" name="Rectangle 58"/>
            <p:cNvSpPr/>
            <p:nvPr/>
          </p:nvSpPr>
          <p:spPr>
            <a:xfrm rot="5400000">
              <a:off x="1757583" y="4325108"/>
              <a:ext cx="595352" cy="5988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en-AU" sz="14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64" name="Curved Connector 63"/>
          <p:cNvCxnSpPr>
            <a:stCxn id="57" idx="0"/>
            <a:endCxn id="39" idx="3"/>
          </p:cNvCxnSpPr>
          <p:nvPr/>
        </p:nvCxnSpPr>
        <p:spPr>
          <a:xfrm flipV="1">
            <a:off x="2958285" y="3848683"/>
            <a:ext cx="2292325" cy="776281"/>
          </a:xfrm>
          <a:prstGeom prst="curved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urved Connector 64"/>
          <p:cNvCxnSpPr>
            <a:stCxn id="40" idx="3"/>
            <a:endCxn id="58" idx="0"/>
          </p:cNvCxnSpPr>
          <p:nvPr/>
        </p:nvCxnSpPr>
        <p:spPr>
          <a:xfrm rot="5400000">
            <a:off x="3617625" y="3423545"/>
            <a:ext cx="1139124" cy="2461966"/>
          </a:xfrm>
          <a:prstGeom prst="curved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F99B665C-14BE-4165-8E32-E752021755B8}"/>
              </a:ext>
            </a:extLst>
          </p:cNvPr>
          <p:cNvGrpSpPr/>
          <p:nvPr/>
        </p:nvGrpSpPr>
        <p:grpSpPr>
          <a:xfrm>
            <a:off x="8244446" y="1004699"/>
            <a:ext cx="1203923" cy="1199124"/>
            <a:chOff x="8244446" y="1004699"/>
            <a:chExt cx="1203923" cy="1199124"/>
          </a:xfrm>
        </p:grpSpPr>
        <p:sp>
          <p:nvSpPr>
            <p:cNvPr id="83" name="Rectangle 82"/>
            <p:cNvSpPr/>
            <p:nvPr/>
          </p:nvSpPr>
          <p:spPr>
            <a:xfrm>
              <a:off x="8244448" y="1004700"/>
              <a:ext cx="1203921" cy="11991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AU" sz="1400" dirty="0">
                  <a:solidFill>
                    <a:schemeClr val="tx1"/>
                  </a:solidFill>
                </a:rPr>
                <a:t>External Reservation System</a:t>
              </a:r>
            </a:p>
          </p:txBody>
        </p:sp>
        <p:sp>
          <p:nvSpPr>
            <p:cNvPr id="79" name="Rectangle 78"/>
            <p:cNvSpPr/>
            <p:nvPr/>
          </p:nvSpPr>
          <p:spPr>
            <a:xfrm rot="5400000">
              <a:off x="8241980" y="1602517"/>
              <a:ext cx="603771" cy="5988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en-AU" sz="1400" dirty="0">
                <a:solidFill>
                  <a:schemeClr val="tx1"/>
                </a:solidFill>
              </a:endParaRPr>
            </a:p>
          </p:txBody>
        </p:sp>
        <p:sp>
          <p:nvSpPr>
            <p:cNvPr id="80" name="Rectangle 79"/>
            <p:cNvSpPr/>
            <p:nvPr/>
          </p:nvSpPr>
          <p:spPr>
            <a:xfrm rot="5400000">
              <a:off x="8850231" y="1003391"/>
              <a:ext cx="594482" cy="5988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en-AU" sz="1400" dirty="0">
                <a:solidFill>
                  <a:schemeClr val="tx1"/>
                </a:solidFill>
              </a:endParaRPr>
            </a:p>
          </p:txBody>
        </p:sp>
        <p:sp>
          <p:nvSpPr>
            <p:cNvPr id="81" name="Rectangle 80"/>
            <p:cNvSpPr/>
            <p:nvPr/>
          </p:nvSpPr>
          <p:spPr>
            <a:xfrm rot="5400000">
              <a:off x="8843506" y="1602517"/>
              <a:ext cx="603771" cy="5988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en-AU" sz="1400" dirty="0">
                <a:solidFill>
                  <a:schemeClr val="tx1"/>
                </a:solidFill>
              </a:endParaRPr>
            </a:p>
          </p:txBody>
        </p:sp>
        <p:sp>
          <p:nvSpPr>
            <p:cNvPr id="82" name="Rectangle 81"/>
            <p:cNvSpPr/>
            <p:nvPr/>
          </p:nvSpPr>
          <p:spPr>
            <a:xfrm rot="5400000">
              <a:off x="8246190" y="1002955"/>
              <a:ext cx="595352" cy="5988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en-AU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E10155D-E642-43F5-8CDB-7FFE570BB3E9}"/>
              </a:ext>
            </a:extLst>
          </p:cNvPr>
          <p:cNvGrpSpPr/>
          <p:nvPr/>
        </p:nvGrpSpPr>
        <p:grpSpPr>
          <a:xfrm>
            <a:off x="7860676" y="5067102"/>
            <a:ext cx="1203923" cy="1199124"/>
            <a:chOff x="7860676" y="5067102"/>
            <a:chExt cx="1203923" cy="1199124"/>
          </a:xfrm>
        </p:grpSpPr>
        <p:sp>
          <p:nvSpPr>
            <p:cNvPr id="95" name="Rectangle 94"/>
            <p:cNvSpPr/>
            <p:nvPr/>
          </p:nvSpPr>
          <p:spPr>
            <a:xfrm>
              <a:off x="7860678" y="5067103"/>
              <a:ext cx="1203921" cy="11991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AU" sz="1400" dirty="0">
                  <a:solidFill>
                    <a:schemeClr val="tx1"/>
                  </a:solidFill>
                </a:rPr>
                <a:t>House Keeping</a:t>
              </a:r>
            </a:p>
          </p:txBody>
        </p:sp>
        <p:sp>
          <p:nvSpPr>
            <p:cNvPr id="88" name="Rectangle 87"/>
            <p:cNvSpPr/>
            <p:nvPr/>
          </p:nvSpPr>
          <p:spPr>
            <a:xfrm rot="5400000">
              <a:off x="7858210" y="5664920"/>
              <a:ext cx="603771" cy="5988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en-AU" sz="1400" dirty="0">
                <a:solidFill>
                  <a:schemeClr val="tx1"/>
                </a:solidFill>
              </a:endParaRPr>
            </a:p>
          </p:txBody>
        </p:sp>
        <p:sp>
          <p:nvSpPr>
            <p:cNvPr id="89" name="Rectangle 88"/>
            <p:cNvSpPr/>
            <p:nvPr/>
          </p:nvSpPr>
          <p:spPr>
            <a:xfrm rot="5400000">
              <a:off x="8466461" y="5065794"/>
              <a:ext cx="594482" cy="5988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en-AU" sz="1400" dirty="0">
                <a:solidFill>
                  <a:schemeClr val="tx1"/>
                </a:solidFill>
              </a:endParaRPr>
            </a:p>
          </p:txBody>
        </p:sp>
        <p:sp>
          <p:nvSpPr>
            <p:cNvPr id="90" name="Rectangle 89"/>
            <p:cNvSpPr/>
            <p:nvPr/>
          </p:nvSpPr>
          <p:spPr>
            <a:xfrm rot="5400000">
              <a:off x="8459736" y="5664920"/>
              <a:ext cx="603771" cy="5988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en-AU" sz="1400" dirty="0">
                <a:solidFill>
                  <a:schemeClr val="tx1"/>
                </a:solidFill>
              </a:endParaRPr>
            </a:p>
          </p:txBody>
        </p:sp>
        <p:sp>
          <p:nvSpPr>
            <p:cNvPr id="91" name="Rectangle 90"/>
            <p:cNvSpPr/>
            <p:nvPr/>
          </p:nvSpPr>
          <p:spPr>
            <a:xfrm rot="5400000">
              <a:off x="7862420" y="5065358"/>
              <a:ext cx="595352" cy="5988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en-AU" sz="14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98" name="Curved Connector 97"/>
          <p:cNvCxnSpPr>
            <a:stCxn id="40" idx="7"/>
            <a:endCxn id="83" idx="1"/>
          </p:cNvCxnSpPr>
          <p:nvPr/>
        </p:nvCxnSpPr>
        <p:spPr>
          <a:xfrm rot="5400000" flipH="1" flipV="1">
            <a:off x="6793426" y="1431476"/>
            <a:ext cx="1278235" cy="1623809"/>
          </a:xfrm>
          <a:prstGeom prst="curved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urved Connector 98"/>
          <p:cNvCxnSpPr>
            <a:stCxn id="83" idx="2"/>
            <a:endCxn id="95" idx="0"/>
          </p:cNvCxnSpPr>
          <p:nvPr/>
        </p:nvCxnSpPr>
        <p:spPr>
          <a:xfrm rot="5400000">
            <a:off x="7222884" y="3443578"/>
            <a:ext cx="2863280" cy="383770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urved Connector 101"/>
          <p:cNvCxnSpPr>
            <a:stCxn id="91" idx="1"/>
            <a:endCxn id="39" idx="6"/>
          </p:cNvCxnSpPr>
          <p:nvPr/>
        </p:nvCxnSpPr>
        <p:spPr>
          <a:xfrm rot="16200000" flipV="1">
            <a:off x="6845705" y="3752710"/>
            <a:ext cx="1288820" cy="1339963"/>
          </a:xfrm>
          <a:prstGeom prst="curved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98493" y="1778529"/>
            <a:ext cx="867440" cy="284653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900" dirty="0">
                <a:solidFill>
                  <a:schemeClr val="tx1"/>
                </a:solidFill>
              </a:rPr>
              <a:t>Booking request</a:t>
            </a:r>
            <a:endParaRPr lang="en-AU" sz="1000" dirty="0">
              <a:solidFill>
                <a:schemeClr val="tx1"/>
              </a:solidFill>
            </a:endParaRPr>
          </a:p>
        </p:txBody>
      </p:sp>
      <p:sp>
        <p:nvSpPr>
          <p:cNvPr id="104" name="Rounded Rectangle 103"/>
          <p:cNvSpPr/>
          <p:nvPr/>
        </p:nvSpPr>
        <p:spPr>
          <a:xfrm>
            <a:off x="4030174" y="2997393"/>
            <a:ext cx="867440" cy="284653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900" dirty="0">
                <a:solidFill>
                  <a:schemeClr val="tx1"/>
                </a:solidFill>
              </a:rPr>
              <a:t>Booking confirmation</a:t>
            </a:r>
            <a:endParaRPr lang="en-AU" sz="1000" dirty="0">
              <a:solidFill>
                <a:schemeClr val="tx1"/>
              </a:solidFill>
            </a:endParaRPr>
          </a:p>
        </p:txBody>
      </p:sp>
      <p:sp>
        <p:nvSpPr>
          <p:cNvPr id="105" name="Rounded Rectangle 104"/>
          <p:cNvSpPr/>
          <p:nvPr/>
        </p:nvSpPr>
        <p:spPr>
          <a:xfrm>
            <a:off x="3725337" y="4238643"/>
            <a:ext cx="1008876" cy="29767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900" dirty="0">
                <a:solidFill>
                  <a:schemeClr val="tx1"/>
                </a:solidFill>
              </a:rPr>
              <a:t>Payment validation request</a:t>
            </a:r>
            <a:endParaRPr lang="en-AU" sz="1000" dirty="0">
              <a:solidFill>
                <a:schemeClr val="tx1"/>
              </a:solidFill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3596454" y="4739860"/>
            <a:ext cx="867440" cy="284653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900" dirty="0">
                <a:solidFill>
                  <a:schemeClr val="tx1"/>
                </a:solidFill>
              </a:rPr>
              <a:t>Payment validation</a:t>
            </a:r>
            <a:endParaRPr lang="en-AU" sz="1000" dirty="0">
              <a:solidFill>
                <a:schemeClr val="tx1"/>
              </a:solidFill>
            </a:endParaRPr>
          </a:p>
        </p:txBody>
      </p:sp>
      <p:sp>
        <p:nvSpPr>
          <p:cNvPr id="114" name="Rounded Rectangle 113"/>
          <p:cNvSpPr/>
          <p:nvPr/>
        </p:nvSpPr>
        <p:spPr>
          <a:xfrm>
            <a:off x="7124081" y="4360773"/>
            <a:ext cx="1060515" cy="276934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900" dirty="0">
                <a:solidFill>
                  <a:schemeClr val="tx1"/>
                </a:solidFill>
              </a:rPr>
              <a:t>Cleaning schedule confirmation</a:t>
            </a:r>
            <a:endParaRPr lang="en-AU" sz="1000" dirty="0">
              <a:solidFill>
                <a:schemeClr val="tx1"/>
              </a:solidFill>
            </a:endParaRPr>
          </a:p>
        </p:txBody>
      </p:sp>
      <p:sp>
        <p:nvSpPr>
          <p:cNvPr id="115" name="Rounded Rectangle 114"/>
          <p:cNvSpPr/>
          <p:nvPr/>
        </p:nvSpPr>
        <p:spPr>
          <a:xfrm>
            <a:off x="8529964" y="3044713"/>
            <a:ext cx="867440" cy="284653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900" dirty="0">
                <a:solidFill>
                  <a:schemeClr val="tx1"/>
                </a:solidFill>
              </a:rPr>
              <a:t>Length of stay</a:t>
            </a:r>
            <a:endParaRPr lang="en-AU" sz="1000" dirty="0">
              <a:solidFill>
                <a:schemeClr val="tx1"/>
              </a:solidFill>
            </a:endParaRPr>
          </a:p>
        </p:txBody>
      </p:sp>
      <p:sp>
        <p:nvSpPr>
          <p:cNvPr id="119" name="Rounded Rectangle 118"/>
          <p:cNvSpPr/>
          <p:nvPr/>
        </p:nvSpPr>
        <p:spPr>
          <a:xfrm>
            <a:off x="6323496" y="2089361"/>
            <a:ext cx="867440" cy="284653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900" dirty="0">
                <a:solidFill>
                  <a:schemeClr val="tx1"/>
                </a:solidFill>
              </a:rPr>
              <a:t>Booking request</a:t>
            </a:r>
            <a:endParaRPr lang="en-AU" sz="1000" dirty="0">
              <a:solidFill>
                <a:schemeClr val="tx1"/>
              </a:solidFill>
            </a:endParaRPr>
          </a:p>
        </p:txBody>
      </p:sp>
      <p:cxnSp>
        <p:nvCxnSpPr>
          <p:cNvPr id="71" name="Curved Connector 70"/>
          <p:cNvCxnSpPr>
            <a:stCxn id="79" idx="3"/>
            <a:endCxn id="39" idx="7"/>
          </p:cNvCxnSpPr>
          <p:nvPr/>
        </p:nvCxnSpPr>
        <p:spPr>
          <a:xfrm rot="5400000">
            <a:off x="7205248" y="1789547"/>
            <a:ext cx="924342" cy="1752892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7685199" y="2381340"/>
            <a:ext cx="867440" cy="284653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900" dirty="0">
                <a:solidFill>
                  <a:schemeClr val="tx1"/>
                </a:solidFill>
              </a:rPr>
              <a:t>Booking confirmation</a:t>
            </a:r>
            <a:endParaRPr lang="en-AU" sz="1000" dirty="0">
              <a:solidFill>
                <a:schemeClr val="tx1"/>
              </a:solidFill>
            </a:endParaRPr>
          </a:p>
        </p:txBody>
      </p:sp>
      <p:graphicFrame>
        <p:nvGraphicFramePr>
          <p:cNvPr id="78" name="Table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233969"/>
              </p:ext>
            </p:extLst>
          </p:nvPr>
        </p:nvGraphicFramePr>
        <p:xfrm>
          <a:off x="9668107" y="5885225"/>
          <a:ext cx="2300322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03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3600" b="0" i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EXAMPLE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3906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169</Words>
  <Application>Microsoft Office PowerPoint</Application>
  <PresentationFormat>Widescreen</PresentationFormat>
  <Paragraphs>40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McLachlan</dc:creator>
  <cp:lastModifiedBy>David McLachlan</cp:lastModifiedBy>
  <cp:revision>32</cp:revision>
  <dcterms:created xsi:type="dcterms:W3CDTF">2020-11-13T02:43:28Z</dcterms:created>
  <dcterms:modified xsi:type="dcterms:W3CDTF">2022-03-16T00:52:56Z</dcterms:modified>
</cp:coreProperties>
</file>