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25" autoAdjust="0"/>
    <p:restoredTop sz="94660"/>
  </p:normalViewPr>
  <p:slideViewPr>
    <p:cSldViewPr snapToGrid="0">
      <p:cViewPr>
        <p:scale>
          <a:sx n="75" d="100"/>
          <a:sy n="75" d="100"/>
        </p:scale>
        <p:origin x="797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36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785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586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132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5986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56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32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054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530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865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978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6239B-682E-4DE7-A1B0-FEA1622DE54E}" type="datetimeFigureOut">
              <a:rPr lang="en-AU" smtClean="0"/>
              <a:t>16/03/2022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719E4-6BA4-4F67-93F1-48429B0CBD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18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895582"/>
              </p:ext>
            </p:extLst>
          </p:nvPr>
        </p:nvGraphicFramePr>
        <p:xfrm>
          <a:off x="536025" y="844400"/>
          <a:ext cx="10800000" cy="4852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53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Supplier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Input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Process Step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Output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Customer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AU" sz="1400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2. 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3. 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4. 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5.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6. 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383458" y="570271"/>
            <a:ext cx="1117927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3457" y="108606"/>
            <a:ext cx="584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Process Name: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9495" y="108605"/>
            <a:ext cx="3703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400" i="1" dirty="0"/>
              <a:t>Multi-Process SIPOC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3906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Supplier Name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(Who provides input into the process)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32046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Input Name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(what is needed to perform the process)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65830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Process Name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(High level, step-by-step)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25195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Output Name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(the process outcome or deliverable)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74044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Customer Name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(who benefits or receives the output)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83457" y="5882549"/>
            <a:ext cx="5245183" cy="8737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AU" sz="1000" b="1" dirty="0">
                <a:solidFill>
                  <a:schemeClr val="tx1"/>
                </a:solidFill>
              </a:rPr>
              <a:t>Instructions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Enter the Process steps from top to bottom in the Process column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Add each Supplier, Input, Output and Customer for each process step.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You can add more rows by selecting a row, Table Tools &gt;  Layout &gt; Insert Above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You can merge cells so more rows correspond to that cell, by selecting the cells, right clicking, selecting Merge Cells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To change the row height, Select the SIPOC table, select Table Tools &gt;  Layout &gt; Row Height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Increase the canvas size by going to Design &gt; Slide Size</a:t>
            </a:r>
            <a:endParaRPr lang="en-A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25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326692"/>
              </p:ext>
            </p:extLst>
          </p:nvPr>
        </p:nvGraphicFramePr>
        <p:xfrm>
          <a:off x="536025" y="844400"/>
          <a:ext cx="10800000" cy="4018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53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Suppliers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Inputs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Process Steps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Outputs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Customers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r>
                        <a:rPr lang="en-AU" sz="1400" dirty="0"/>
                        <a:t>Supplier 1</a:t>
                      </a:r>
                    </a:p>
                    <a:p>
                      <a:pPr marL="182563" indent="0" algn="l"/>
                      <a:r>
                        <a:rPr lang="en-AU" sz="1400" dirty="0"/>
                        <a:t>Supplier 2</a:t>
                      </a:r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algn="l"/>
                      <a:endParaRPr lang="en-AU" sz="1400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r>
                        <a:rPr lang="en-AU" sz="1400" dirty="0"/>
                        <a:t>Input 1</a:t>
                      </a:r>
                    </a:p>
                    <a:p>
                      <a:pPr marL="182563" indent="0" algn="l"/>
                      <a:r>
                        <a:rPr lang="en-AU" sz="1400" dirty="0"/>
                        <a:t>Input 2</a:t>
                      </a:r>
                    </a:p>
                  </a:txBody>
                  <a:tcPr marL="36000" marR="36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  <a:p>
                      <a:pPr marL="182563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A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80000" marR="36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r>
                        <a:rPr lang="en-AU" sz="1400" dirty="0"/>
                        <a:t>Output 1</a:t>
                      </a:r>
                    </a:p>
                    <a:p>
                      <a:pPr marL="182563" indent="0" algn="l"/>
                      <a:r>
                        <a:rPr lang="en-AU" sz="1400" dirty="0"/>
                        <a:t>Output 2</a:t>
                      </a:r>
                    </a:p>
                  </a:txBody>
                  <a:tcPr marL="36000" marR="36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endParaRPr lang="en-AU" sz="1400" dirty="0"/>
                    </a:p>
                    <a:p>
                      <a:pPr marL="182563" indent="0" algn="l"/>
                      <a:r>
                        <a:rPr lang="en-AU" sz="1400" dirty="0"/>
                        <a:t>Customer 1</a:t>
                      </a:r>
                    </a:p>
                    <a:p>
                      <a:pPr marL="182563" indent="0" algn="l"/>
                      <a:r>
                        <a:rPr lang="en-AU" sz="1400" dirty="0"/>
                        <a:t>Customer 2</a:t>
                      </a:r>
                    </a:p>
                  </a:txBody>
                  <a:tcPr marL="36000" marR="36000" marT="36000" marB="3600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" name="Straight Connector 3"/>
          <p:cNvCxnSpPr/>
          <p:nvPr/>
        </p:nvCxnSpPr>
        <p:spPr>
          <a:xfrm>
            <a:off x="383458" y="509311"/>
            <a:ext cx="1117927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3457" y="78126"/>
            <a:ext cx="5847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Process Name: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9495" y="78125"/>
            <a:ext cx="37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i="1" dirty="0"/>
              <a:t>Single Process SIPOC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3906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Supplier Names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(Who provides input into the process)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232046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Input Names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(what is needed to perform the process)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374390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Process Steps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(High level, step-by-step)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625195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Output Names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(the process outcomes or deliverables)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74044" y="1466899"/>
            <a:ext cx="1108458" cy="5414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Customer Names</a:t>
            </a:r>
          </a:p>
          <a:p>
            <a:pPr algn="ctr"/>
            <a:r>
              <a:rPr lang="en-AU" sz="800" dirty="0">
                <a:solidFill>
                  <a:schemeClr val="tx1"/>
                </a:solidFill>
              </a:rPr>
              <a:t>(who benefits or receives the output)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83458" y="6146673"/>
            <a:ext cx="3658838" cy="6096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AU" sz="1000" b="1" dirty="0">
                <a:solidFill>
                  <a:schemeClr val="tx1"/>
                </a:solidFill>
              </a:rPr>
              <a:t>Instructions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Enter the Process steps from left to right in the boxes below the SIPOC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Add each Supplier, Input, Output and Customer for the overall process.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/>
                </a:solidFill>
              </a:rPr>
              <a:t>Increase the canvas size by going to Design &gt; Slide Size</a:t>
            </a:r>
          </a:p>
        </p:txBody>
      </p:sp>
      <p:sp>
        <p:nvSpPr>
          <p:cNvPr id="13" name="Rounded Rectangle 22">
            <a:extLst>
              <a:ext uri="{FF2B5EF4-FFF2-40B4-BE49-F238E27FC236}">
                <a16:creationId xmlns:a16="http://schemas.microsoft.com/office/drawing/2014/main" id="{4167D7EF-6FF4-483A-8A9F-D21A6340E70A}"/>
              </a:ext>
            </a:extLst>
          </p:cNvPr>
          <p:cNvSpPr/>
          <p:nvPr/>
        </p:nvSpPr>
        <p:spPr>
          <a:xfrm>
            <a:off x="1287442" y="5098616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1.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Step 1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D1C3E4A6-234A-4EDD-AF5E-73EE4619DC34}"/>
              </a:ext>
            </a:extLst>
          </p:cNvPr>
          <p:cNvSpPr/>
          <p:nvPr/>
        </p:nvSpPr>
        <p:spPr>
          <a:xfrm>
            <a:off x="2933837" y="5098617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2.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Step 2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426E250C-30DF-41BC-921C-088E10847B8A}"/>
              </a:ext>
            </a:extLst>
          </p:cNvPr>
          <p:cNvSpPr/>
          <p:nvPr/>
        </p:nvSpPr>
        <p:spPr>
          <a:xfrm>
            <a:off x="4580232" y="5098617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3.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Step 3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6" name="Rounded Rectangle 22">
            <a:extLst>
              <a:ext uri="{FF2B5EF4-FFF2-40B4-BE49-F238E27FC236}">
                <a16:creationId xmlns:a16="http://schemas.microsoft.com/office/drawing/2014/main" id="{B7C17BF5-AD01-4D84-9755-CDA99CADEE48}"/>
              </a:ext>
            </a:extLst>
          </p:cNvPr>
          <p:cNvSpPr/>
          <p:nvPr/>
        </p:nvSpPr>
        <p:spPr>
          <a:xfrm>
            <a:off x="6226627" y="5098618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4.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Step 4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7" name="Rounded Rectangle 22">
            <a:extLst>
              <a:ext uri="{FF2B5EF4-FFF2-40B4-BE49-F238E27FC236}">
                <a16:creationId xmlns:a16="http://schemas.microsoft.com/office/drawing/2014/main" id="{48A37321-1A50-4454-BC5C-FC0A27048D39}"/>
              </a:ext>
            </a:extLst>
          </p:cNvPr>
          <p:cNvSpPr/>
          <p:nvPr/>
        </p:nvSpPr>
        <p:spPr>
          <a:xfrm>
            <a:off x="7873022" y="5098617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5.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Step 5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8" name="Rounded Rectangle 22">
            <a:extLst>
              <a:ext uri="{FF2B5EF4-FFF2-40B4-BE49-F238E27FC236}">
                <a16:creationId xmlns:a16="http://schemas.microsoft.com/office/drawing/2014/main" id="{D7AB3F6C-2BC5-4041-91B9-4F9E9AE16FFC}"/>
              </a:ext>
            </a:extLst>
          </p:cNvPr>
          <p:cNvSpPr/>
          <p:nvPr/>
        </p:nvSpPr>
        <p:spPr>
          <a:xfrm>
            <a:off x="9514087" y="5098617"/>
            <a:ext cx="1108458" cy="54142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b="1" dirty="0">
                <a:solidFill>
                  <a:schemeClr val="tx1"/>
                </a:solidFill>
              </a:rPr>
              <a:t>6.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Step 6</a:t>
            </a:r>
            <a:endParaRPr lang="en-AU" sz="120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CE3621-30E9-4D79-B1E5-0B16E9983164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2395900" y="5369327"/>
            <a:ext cx="537937" cy="1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D33725-5B81-4D7C-89DE-8E7BC11002E2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4042295" y="5369328"/>
            <a:ext cx="537937" cy="0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79F367-45A0-413A-AA50-5ACBFDC72902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5688690" y="5369328"/>
            <a:ext cx="537937" cy="1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689EC7-CE88-4D50-B7D7-D0071EDB9D18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7335085" y="5369328"/>
            <a:ext cx="537937" cy="1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F2F26AA-E01E-4EA1-BB6B-0A30293A7F35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8981480" y="5369328"/>
            <a:ext cx="532607" cy="0"/>
          </a:xfrm>
          <a:prstGeom prst="straightConnector1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754795A6-0C36-4C57-B38E-E2DEC49C16ED}"/>
              </a:ext>
            </a:extLst>
          </p:cNvPr>
          <p:cNvCxnSpPr>
            <a:cxnSpLocks/>
            <a:stCxn id="25" idx="2"/>
          </p:cNvCxnSpPr>
          <p:nvPr/>
        </p:nvCxnSpPr>
        <p:spPr>
          <a:xfrm rot="16200000" flipH="1">
            <a:off x="4366080" y="3570859"/>
            <a:ext cx="3125080" cy="2"/>
          </a:xfrm>
          <a:prstGeom prst="curvedConnector3">
            <a:avLst>
              <a:gd name="adj1" fmla="val 50000"/>
            </a:avLst>
          </a:prstGeom>
          <a:ln w="38100"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892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383458" y="570271"/>
            <a:ext cx="11179277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3458" y="108606"/>
            <a:ext cx="5712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Process Name: Dining at a Restaurant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9495" y="108605"/>
            <a:ext cx="3703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400" i="1" dirty="0"/>
              <a:t>SPIOC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495474"/>
              </p:ext>
            </p:extLst>
          </p:nvPr>
        </p:nvGraphicFramePr>
        <p:xfrm>
          <a:off x="563588" y="1031935"/>
          <a:ext cx="10800000" cy="4204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2530"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Supplier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Input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Process Step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Output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1" dirty="0"/>
                        <a:t>Customer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1. Arrive at the restaurant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Waiter</a:t>
                      </a:r>
                      <a:endParaRPr lang="en-AU" sz="1400" dirty="0"/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Reservation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2. Sit at a table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Occupied Table 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Restaurant Guest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Restaurant Guest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Menu</a:t>
                      </a:r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3. Order Food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Written order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Chef / Cook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Chef / Cook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Food</a:t>
                      </a:r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4. Eat Food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Dirty tableware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Waiter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Dishwasher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Restaurant Guest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Table Bill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Money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5. Pay Bill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Receipt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Waiter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Restaurant Guest</a:t>
                      </a:r>
                    </a:p>
                  </a:txBody>
                  <a:tcPr marL="36000" marR="36000" marT="36000" marB="3600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6. Leave Restaurant</a:t>
                      </a:r>
                    </a:p>
                  </a:txBody>
                  <a:tcPr marL="180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solidFill>
                            <a:schemeClr val="tx1"/>
                          </a:solidFill>
                        </a:rPr>
                        <a:t>Free Table</a:t>
                      </a: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400" dirty="0"/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488280"/>
              </p:ext>
            </p:extLst>
          </p:nvPr>
        </p:nvGraphicFramePr>
        <p:xfrm>
          <a:off x="10132528" y="6061755"/>
          <a:ext cx="1774172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32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EXAMPLE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557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384</Words>
  <Application>Microsoft Office PowerPoint</Application>
  <PresentationFormat>Widescreen</PresentationFormat>
  <Paragraphs>132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27</cp:revision>
  <dcterms:created xsi:type="dcterms:W3CDTF">2020-11-13T02:43:28Z</dcterms:created>
  <dcterms:modified xsi:type="dcterms:W3CDTF">2022-03-16T01:16:53Z</dcterms:modified>
</cp:coreProperties>
</file>