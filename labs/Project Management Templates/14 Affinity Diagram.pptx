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6" y="4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11/07/2021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5362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11/07/2021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1785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11/07/2021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586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11/07/2021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1132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11/07/2021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5986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11/07/2021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560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11/07/2021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1329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11/07/2021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0545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11/07/2021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5304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11/07/2021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8653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11/07/2021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9787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6239B-682E-4DE7-A1B0-FEA1622DE54E}" type="datetimeFigureOut">
              <a:rPr lang="en-AU" smtClean="0"/>
              <a:t>11/07/2021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18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383458" y="520145"/>
            <a:ext cx="11179277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3458" y="108606"/>
            <a:ext cx="3703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Project Name:</a:t>
            </a:r>
            <a:endParaRPr lang="en-AU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7859495" y="108605"/>
            <a:ext cx="3703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000" i="1" dirty="0" smtClean="0"/>
              <a:t>Affinity Diagram </a:t>
            </a:r>
            <a:r>
              <a:rPr lang="en-AU" sz="1400" i="1" dirty="0" smtClean="0"/>
              <a:t>(Version 1)</a:t>
            </a:r>
            <a:endParaRPr lang="en-AU" sz="2000" i="1" dirty="0"/>
          </a:p>
        </p:txBody>
      </p:sp>
      <p:sp>
        <p:nvSpPr>
          <p:cNvPr id="7" name="Oval 6"/>
          <p:cNvSpPr/>
          <p:nvPr/>
        </p:nvSpPr>
        <p:spPr>
          <a:xfrm>
            <a:off x="3629332" y="695379"/>
            <a:ext cx="3760324" cy="3760324"/>
          </a:xfrm>
          <a:prstGeom prst="ellipse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dirty="0" smtClean="0">
                <a:solidFill>
                  <a:schemeClr val="tx1"/>
                </a:solidFill>
              </a:rPr>
              <a:t>Group 1</a:t>
            </a: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6955270" y="759695"/>
            <a:ext cx="3514528" cy="3514528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dirty="0" smtClean="0">
                <a:solidFill>
                  <a:schemeClr val="tx1"/>
                </a:solidFill>
              </a:rPr>
              <a:t>Group 2</a:t>
            </a: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3755061" y="3193416"/>
            <a:ext cx="3619334" cy="3619334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dirty="0" smtClean="0">
                <a:solidFill>
                  <a:schemeClr val="tx1"/>
                </a:solidFill>
              </a:rPr>
              <a:t>Group 3</a:t>
            </a: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7027412" y="3228947"/>
            <a:ext cx="3598143" cy="3583803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dirty="0" smtClean="0">
                <a:solidFill>
                  <a:schemeClr val="tx1"/>
                </a:solidFill>
              </a:rPr>
              <a:t>Group 4</a:t>
            </a: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68442" y="900140"/>
            <a:ext cx="3224463" cy="5823106"/>
          </a:xfrm>
          <a:prstGeom prst="roundRect">
            <a:avLst>
              <a:gd name="adj" fmla="val 7805"/>
            </a:avLst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u="sng" dirty="0" smtClean="0">
                <a:solidFill>
                  <a:schemeClr val="tx1"/>
                </a:solidFill>
              </a:rPr>
              <a:t>Brainstormed Ideas:</a:t>
            </a: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9714" y="1491916"/>
            <a:ext cx="1108458" cy="54142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1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863348" y="1475539"/>
            <a:ext cx="1137298" cy="57417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2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79714" y="2221831"/>
            <a:ext cx="1108458" cy="54142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3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875378" y="2229056"/>
            <a:ext cx="1108458" cy="54142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4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79714" y="2985840"/>
            <a:ext cx="1108458" cy="54142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5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875378" y="2985840"/>
            <a:ext cx="1108458" cy="54142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6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79714" y="3715755"/>
            <a:ext cx="1108458" cy="54142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7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875378" y="3732802"/>
            <a:ext cx="1108458" cy="54142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8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79714" y="4455491"/>
            <a:ext cx="1108458" cy="54142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9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875378" y="4472538"/>
            <a:ext cx="1108458" cy="54142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10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79714" y="5219500"/>
            <a:ext cx="1108458" cy="54142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11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875378" y="5219500"/>
            <a:ext cx="1108458" cy="54142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12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79714" y="5949415"/>
            <a:ext cx="1108458" cy="54142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13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875378" y="5966462"/>
            <a:ext cx="1108458" cy="54142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14</a:t>
            </a:r>
            <a:endParaRPr lang="en-A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186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383458" y="524551"/>
            <a:ext cx="11179277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3458" y="108606"/>
            <a:ext cx="3703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Project Name:</a:t>
            </a:r>
            <a:endParaRPr lang="en-AU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7859495" y="108605"/>
            <a:ext cx="3703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000" i="1" dirty="0" smtClean="0"/>
              <a:t>Affinity Diagram </a:t>
            </a:r>
            <a:r>
              <a:rPr lang="en-AU" sz="1400" i="1" dirty="0" smtClean="0"/>
              <a:t>(Version 2)</a:t>
            </a:r>
            <a:endParaRPr lang="en-AU" sz="2000" i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708870"/>
              </p:ext>
            </p:extLst>
          </p:nvPr>
        </p:nvGraphicFramePr>
        <p:xfrm>
          <a:off x="3598511" y="716237"/>
          <a:ext cx="8206874" cy="58231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6338"/>
                <a:gridCol w="2162774"/>
                <a:gridCol w="2162774"/>
                <a:gridCol w="1894988"/>
              </a:tblGrid>
              <a:tr h="519586"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Group 1</a:t>
                      </a:r>
                      <a:endParaRPr lang="en-AU" b="1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Group 2</a:t>
                      </a:r>
                      <a:endParaRPr lang="en-AU" b="1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Group 3</a:t>
                      </a:r>
                      <a:endParaRPr lang="en-AU" b="1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Group 4</a:t>
                      </a:r>
                      <a:endParaRPr lang="en-AU" b="1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3" name="Rounded Rectangle 2"/>
          <p:cNvSpPr/>
          <p:nvPr/>
        </p:nvSpPr>
        <p:spPr>
          <a:xfrm>
            <a:off x="168442" y="900140"/>
            <a:ext cx="3224463" cy="5823106"/>
          </a:xfrm>
          <a:prstGeom prst="roundRect">
            <a:avLst>
              <a:gd name="adj" fmla="val 8514"/>
            </a:avLst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u="sng" dirty="0" smtClean="0">
                <a:solidFill>
                  <a:schemeClr val="tx1"/>
                </a:solidFill>
              </a:rPr>
              <a:t>Brainstormed Ideas:</a:t>
            </a: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 smtClean="0">
              <a:solidFill>
                <a:schemeClr val="tx1"/>
              </a:solidFill>
            </a:endParaRPr>
          </a:p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9714" y="1491916"/>
            <a:ext cx="1108458" cy="541421"/>
          </a:xfrm>
          <a:prstGeom prst="round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1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875378" y="1491916"/>
            <a:ext cx="1108458" cy="541421"/>
          </a:xfrm>
          <a:prstGeom prst="round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2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79714" y="2221831"/>
            <a:ext cx="1108458" cy="541421"/>
          </a:xfrm>
          <a:prstGeom prst="round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3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875378" y="2238878"/>
            <a:ext cx="1108458" cy="541421"/>
          </a:xfrm>
          <a:prstGeom prst="round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4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79714" y="2985840"/>
            <a:ext cx="1108458" cy="541421"/>
          </a:xfrm>
          <a:prstGeom prst="round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5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875378" y="2985840"/>
            <a:ext cx="1108458" cy="541421"/>
          </a:xfrm>
          <a:prstGeom prst="round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6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79714" y="3715755"/>
            <a:ext cx="1108458" cy="541421"/>
          </a:xfrm>
          <a:prstGeom prst="round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7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875378" y="3732802"/>
            <a:ext cx="1108458" cy="541421"/>
          </a:xfrm>
          <a:prstGeom prst="round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8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79714" y="4455491"/>
            <a:ext cx="1108458" cy="541421"/>
          </a:xfrm>
          <a:prstGeom prst="round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9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875378" y="4472538"/>
            <a:ext cx="1108458" cy="541421"/>
          </a:xfrm>
          <a:prstGeom prst="round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10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79714" y="5219500"/>
            <a:ext cx="1108458" cy="541421"/>
          </a:xfrm>
          <a:prstGeom prst="round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11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875378" y="5219500"/>
            <a:ext cx="1108458" cy="541421"/>
          </a:xfrm>
          <a:prstGeom prst="round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12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79714" y="5949415"/>
            <a:ext cx="1108458" cy="541421"/>
          </a:xfrm>
          <a:prstGeom prst="round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13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875378" y="5966462"/>
            <a:ext cx="1108458" cy="541421"/>
          </a:xfrm>
          <a:prstGeom prst="round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000" dirty="0" smtClean="0">
                <a:solidFill>
                  <a:schemeClr val="tx1"/>
                </a:solidFill>
              </a:rPr>
              <a:t>Idea 14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858249" y="5219500"/>
            <a:ext cx="2704486" cy="14099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tIns="7200" rIns="7200" bIns="7200" rtlCol="0" anchor="t"/>
          <a:lstStyle/>
          <a:p>
            <a:pPr algn="ctr"/>
            <a:r>
              <a:rPr lang="en-AU" sz="1050" b="1" dirty="0" smtClean="0">
                <a:solidFill>
                  <a:schemeClr val="tx1"/>
                </a:solidFill>
              </a:rPr>
              <a:t>Guidelines:</a:t>
            </a:r>
          </a:p>
          <a:p>
            <a:r>
              <a:rPr lang="en-AU" sz="1050" dirty="0" smtClean="0">
                <a:solidFill>
                  <a:schemeClr val="tx1"/>
                </a:solidFill>
              </a:rPr>
              <a:t>You can delete this box before using.</a:t>
            </a:r>
          </a:p>
          <a:p>
            <a:r>
              <a:rPr lang="en-AU" sz="1050" dirty="0" smtClean="0">
                <a:solidFill>
                  <a:schemeClr val="tx1"/>
                </a:solidFill>
              </a:rPr>
              <a:t>To increase the canvas size go to: Design &gt; Slide size &gt; Custom Size. </a:t>
            </a:r>
          </a:p>
          <a:p>
            <a:r>
              <a:rPr lang="en-AU" sz="1050" dirty="0" smtClean="0">
                <a:solidFill>
                  <a:schemeClr val="tx1"/>
                </a:solidFill>
              </a:rPr>
              <a:t>Add more columns, select the table and got to Format &gt; Add to the right.</a:t>
            </a:r>
          </a:p>
          <a:p>
            <a:r>
              <a:rPr lang="en-AU" sz="1050" dirty="0" smtClean="0">
                <a:solidFill>
                  <a:schemeClr val="tx1"/>
                </a:solidFill>
              </a:rPr>
              <a:t>Write your ideas on the left, </a:t>
            </a:r>
            <a:r>
              <a:rPr lang="en-AU" sz="1050" dirty="0" smtClean="0">
                <a:solidFill>
                  <a:schemeClr val="tx1"/>
                </a:solidFill>
              </a:rPr>
              <a:t>then drag </a:t>
            </a:r>
            <a:r>
              <a:rPr lang="en-AU" sz="1050" dirty="0" smtClean="0">
                <a:solidFill>
                  <a:schemeClr val="tx1"/>
                </a:solidFill>
              </a:rPr>
              <a:t>into </a:t>
            </a:r>
            <a:r>
              <a:rPr lang="en-AU" sz="1050" dirty="0" smtClean="0">
                <a:solidFill>
                  <a:schemeClr val="tx1"/>
                </a:solidFill>
              </a:rPr>
              <a:t>the groups </a:t>
            </a:r>
            <a:r>
              <a:rPr lang="en-AU" sz="1050" dirty="0" smtClean="0">
                <a:solidFill>
                  <a:schemeClr val="tx1"/>
                </a:solidFill>
              </a:rPr>
              <a:t>you name in the table.</a:t>
            </a:r>
          </a:p>
          <a:p>
            <a:endParaRPr lang="en-AU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250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157</Words>
  <Application>Microsoft Office PowerPoint</Application>
  <PresentationFormat>Widescreen</PresentationFormat>
  <Paragraphs>132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McLachlan</dc:creator>
  <cp:lastModifiedBy>David McLachlan</cp:lastModifiedBy>
  <cp:revision>10</cp:revision>
  <dcterms:created xsi:type="dcterms:W3CDTF">2020-11-13T02:43:28Z</dcterms:created>
  <dcterms:modified xsi:type="dcterms:W3CDTF">2021-07-11T05:45:41Z</dcterms:modified>
</cp:coreProperties>
</file>