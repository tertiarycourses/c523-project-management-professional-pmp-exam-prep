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1pPr>
    <a:lvl2pPr marL="277662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2pPr>
    <a:lvl3pPr marL="555323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3pPr>
    <a:lvl4pPr marL="832986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4pPr>
    <a:lvl5pPr marL="1110648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5pPr>
    <a:lvl6pPr marL="1388309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6pPr>
    <a:lvl7pPr marL="1665970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7pPr>
    <a:lvl8pPr marL="1943632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8pPr>
    <a:lvl9pPr marL="2221295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CLACHLAN, David" initials="MD" lastIdx="1" clrIdx="0">
    <p:extLst>
      <p:ext uri="{19B8F6BF-5375-455C-9EA6-DF929625EA0E}">
        <p15:presenceInfo xmlns:p15="http://schemas.microsoft.com/office/powerpoint/2012/main" userId="S::David.MCLACHLAN@suncorp.com.au::8b86ce0d-abbf-48b4-81e4-dbf7b3f4d1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24" autoAdjust="0"/>
    <p:restoredTop sz="94660"/>
  </p:normalViewPr>
  <p:slideViewPr>
    <p:cSldViewPr snapToGrid="0">
      <p:cViewPr>
        <p:scale>
          <a:sx n="75" d="100"/>
          <a:sy n="75" d="100"/>
        </p:scale>
        <p:origin x="202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59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4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48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05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00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01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84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36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29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81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708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89202-C83F-4711-A145-128FEF804765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5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96D12-DCD0-424D-98F1-AE55314A2E09}"/>
              </a:ext>
            </a:extLst>
          </p:cNvPr>
          <p:cNvSpPr txBox="1"/>
          <p:nvPr/>
        </p:nvSpPr>
        <p:spPr>
          <a:xfrm>
            <a:off x="120408" y="9023575"/>
            <a:ext cx="896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LEGEND</a:t>
            </a:r>
            <a:r>
              <a:rPr lang="en-AU" sz="900" b="1" i="1" dirty="0"/>
              <a:t>:</a:t>
            </a:r>
          </a:p>
          <a:p>
            <a:r>
              <a:rPr lang="en-AU" sz="700" dirty="0">
                <a:solidFill>
                  <a:schemeClr val="accent4"/>
                </a:solidFill>
              </a:rPr>
              <a:t>Yellow =</a:t>
            </a:r>
          </a:p>
          <a:p>
            <a:r>
              <a:rPr lang="en-AU" sz="700" dirty="0">
                <a:solidFill>
                  <a:schemeClr val="accent2"/>
                </a:solidFill>
              </a:rPr>
              <a:t>Orange =</a:t>
            </a:r>
          </a:p>
          <a:p>
            <a:r>
              <a:rPr lang="en-AU" sz="700" dirty="0">
                <a:solidFill>
                  <a:srgbClr val="0070C0"/>
                </a:solidFill>
              </a:rPr>
              <a:t>Blue = </a:t>
            </a:r>
          </a:p>
          <a:p>
            <a:r>
              <a:rPr lang="en-AU" sz="700" dirty="0">
                <a:solidFill>
                  <a:schemeClr val="accent6"/>
                </a:solidFill>
              </a:rPr>
              <a:t>Triangle = </a:t>
            </a:r>
          </a:p>
          <a:p>
            <a:r>
              <a:rPr lang="en-AU" sz="700" dirty="0"/>
              <a:t>Grey = </a:t>
            </a:r>
            <a:endParaRPr lang="en-AU" sz="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74380F-D966-4093-8971-6192295B71C4}"/>
              </a:ext>
            </a:extLst>
          </p:cNvPr>
          <p:cNvCxnSpPr>
            <a:cxnSpLocks/>
          </p:cNvCxnSpPr>
          <p:nvPr/>
        </p:nvCxnSpPr>
        <p:spPr>
          <a:xfrm>
            <a:off x="136549" y="8937783"/>
            <a:ext cx="663026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3F824ED7-7CE2-4359-AFE6-5FBDB46B2D93}"/>
              </a:ext>
            </a:extLst>
          </p:cNvPr>
          <p:cNvSpPr/>
          <p:nvPr/>
        </p:nvSpPr>
        <p:spPr>
          <a:xfrm>
            <a:off x="2895963" y="9044904"/>
            <a:ext cx="747376" cy="595656"/>
          </a:xfrm>
          <a:prstGeom prst="diamond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190494" y="104511"/>
            <a:ext cx="17350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Name:      </a:t>
            </a:r>
            <a:endParaRPr lang="en-AU" sz="1400" dirty="0"/>
          </a:p>
        </p:txBody>
      </p:sp>
      <p:sp>
        <p:nvSpPr>
          <p:cNvPr id="82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4532161" y="9075408"/>
            <a:ext cx="922033" cy="534647"/>
          </a:xfrm>
          <a:prstGeom prst="wedgeEllipseCallout">
            <a:avLst>
              <a:gd name="adj1" fmla="val -53557"/>
              <a:gd name="adj2" fmla="val 6917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" tIns="11430" rIns="11430" bIns="1143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Add a comment wherever you need.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722687" y="9262342"/>
            <a:ext cx="320877" cy="1461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No</a:t>
            </a:r>
          </a:p>
        </p:txBody>
      </p:sp>
      <p:sp>
        <p:nvSpPr>
          <p:cNvPr id="80" name="Flowchart: Document 79">
            <a:extLst>
              <a:ext uri="{FF2B5EF4-FFF2-40B4-BE49-F238E27FC236}">
                <a16:creationId xmlns:a16="http://schemas.microsoft.com/office/drawing/2014/main" id="{6F96DF01-983D-48E6-9E28-F4CC653A74AB}"/>
              </a:ext>
            </a:extLst>
          </p:cNvPr>
          <p:cNvSpPr/>
          <p:nvPr/>
        </p:nvSpPr>
        <p:spPr>
          <a:xfrm>
            <a:off x="5545725" y="9138417"/>
            <a:ext cx="554465" cy="456054"/>
          </a:xfrm>
          <a:prstGeom prst="flowChartDocumen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" tIns="11430" rIns="11430" bIns="1143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Document or note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6219825" y="9079722"/>
            <a:ext cx="538772" cy="560838"/>
          </a:xfrm>
          <a:prstGeom prst="flowChartMagneticDisk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" tIns="8100" rIns="8100" bIns="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System or Database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36549" y="430600"/>
            <a:ext cx="6476732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160415" y="9262342"/>
            <a:ext cx="309870" cy="1461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Yes</a:t>
            </a:r>
          </a:p>
        </p:txBody>
      </p:sp>
      <p:sp>
        <p:nvSpPr>
          <p:cNvPr id="141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708666" y="9151920"/>
            <a:ext cx="666166" cy="3835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Start</a:t>
            </a:r>
          </a:p>
        </p:txBody>
      </p:sp>
      <p:sp>
        <p:nvSpPr>
          <p:cNvPr id="142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1432530" y="9095859"/>
            <a:ext cx="747668" cy="495493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cxnSp>
        <p:nvCxnSpPr>
          <p:cNvPr id="143" name="Curved Connector 142"/>
          <p:cNvCxnSpPr/>
          <p:nvPr/>
        </p:nvCxnSpPr>
        <p:spPr>
          <a:xfrm>
            <a:off x="2568764" y="9342731"/>
            <a:ext cx="360785" cy="27616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3034708" y="844072"/>
            <a:ext cx="750225" cy="43198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Start</a:t>
            </a: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3F824ED7-7CE2-4359-AFE6-5FBDB46B2D93}"/>
              </a:ext>
            </a:extLst>
          </p:cNvPr>
          <p:cNvSpPr/>
          <p:nvPr/>
        </p:nvSpPr>
        <p:spPr>
          <a:xfrm>
            <a:off x="2994043" y="1520218"/>
            <a:ext cx="818641" cy="652454"/>
          </a:xfrm>
          <a:prstGeom prst="diamond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2430614" y="2893744"/>
            <a:ext cx="707206" cy="468678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sp>
        <p:nvSpPr>
          <p:cNvPr id="60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3693951" y="2891668"/>
            <a:ext cx="713471" cy="472830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sp>
        <p:nvSpPr>
          <p:cNvPr id="61" name="Flowchart: Magnetic Disk 60"/>
          <p:cNvSpPr/>
          <p:nvPr/>
        </p:nvSpPr>
        <p:spPr>
          <a:xfrm>
            <a:off x="4138036" y="3646903"/>
            <a:ext cx="538772" cy="560838"/>
          </a:xfrm>
          <a:prstGeom prst="flowChartMagneticDisk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" tIns="8100" rIns="8100" bIns="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System or Database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62" name="Curved Connector 61"/>
          <p:cNvCxnSpPr>
            <a:stCxn id="56" idx="2"/>
            <a:endCxn id="59" idx="0"/>
          </p:cNvCxnSpPr>
          <p:nvPr/>
        </p:nvCxnSpPr>
        <p:spPr>
          <a:xfrm rot="5400000">
            <a:off x="2733255" y="2223635"/>
            <a:ext cx="721072" cy="61914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2946223" y="2390607"/>
            <a:ext cx="320877" cy="1461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No</a:t>
            </a:r>
          </a:p>
        </p:txBody>
      </p:sp>
      <p:cxnSp>
        <p:nvCxnSpPr>
          <p:cNvPr id="70" name="Curved Connector 69"/>
          <p:cNvCxnSpPr>
            <a:stCxn id="56" idx="2"/>
            <a:endCxn id="60" idx="0"/>
          </p:cNvCxnSpPr>
          <p:nvPr/>
        </p:nvCxnSpPr>
        <p:spPr>
          <a:xfrm rot="16200000" flipH="1">
            <a:off x="3367527" y="2208508"/>
            <a:ext cx="718996" cy="647323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550704" y="2386808"/>
            <a:ext cx="309870" cy="1461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Yes</a:t>
            </a:r>
          </a:p>
        </p:txBody>
      </p:sp>
      <p:cxnSp>
        <p:nvCxnSpPr>
          <p:cNvPr id="75" name="Curved Connector 74"/>
          <p:cNvCxnSpPr>
            <a:stCxn id="55" idx="2"/>
            <a:endCxn id="56" idx="0"/>
          </p:cNvCxnSpPr>
          <p:nvPr/>
        </p:nvCxnSpPr>
        <p:spPr>
          <a:xfrm rot="5400000">
            <a:off x="3284513" y="1394910"/>
            <a:ext cx="244160" cy="645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Diamond 78">
            <a:extLst>
              <a:ext uri="{FF2B5EF4-FFF2-40B4-BE49-F238E27FC236}">
                <a16:creationId xmlns:a16="http://schemas.microsoft.com/office/drawing/2014/main" id="{3F824ED7-7CE2-4359-AFE6-5FBDB46B2D93}"/>
              </a:ext>
            </a:extLst>
          </p:cNvPr>
          <p:cNvSpPr/>
          <p:nvPr/>
        </p:nvSpPr>
        <p:spPr>
          <a:xfrm>
            <a:off x="2343966" y="4508189"/>
            <a:ext cx="818641" cy="652454"/>
          </a:xfrm>
          <a:prstGeom prst="diamond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1057996" y="4600129"/>
            <a:ext cx="707206" cy="468678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cxnSp>
        <p:nvCxnSpPr>
          <p:cNvPr id="85" name="Curved Connector 84"/>
          <p:cNvCxnSpPr>
            <a:stCxn id="59" idx="2"/>
            <a:endCxn id="86" idx="0"/>
          </p:cNvCxnSpPr>
          <p:nvPr/>
        </p:nvCxnSpPr>
        <p:spPr>
          <a:xfrm rot="5400000">
            <a:off x="2618937" y="3527702"/>
            <a:ext cx="330561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2430614" y="3692983"/>
            <a:ext cx="707206" cy="468678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cxnSp>
        <p:nvCxnSpPr>
          <p:cNvPr id="87" name="Curved Connector 86"/>
          <p:cNvCxnSpPr>
            <a:stCxn id="86" idx="2"/>
            <a:endCxn id="79" idx="0"/>
          </p:cNvCxnSpPr>
          <p:nvPr/>
        </p:nvCxnSpPr>
        <p:spPr>
          <a:xfrm rot="5400000">
            <a:off x="2595488" y="4319460"/>
            <a:ext cx="346528" cy="3093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79" idx="1"/>
            <a:endCxn id="83" idx="3"/>
          </p:cNvCxnSpPr>
          <p:nvPr/>
        </p:nvCxnSpPr>
        <p:spPr>
          <a:xfrm rot="10800000" flipV="1">
            <a:off x="1765202" y="4834416"/>
            <a:ext cx="578764" cy="5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urved Connector 90"/>
          <p:cNvCxnSpPr>
            <a:stCxn id="60" idx="2"/>
            <a:endCxn id="61" idx="1"/>
          </p:cNvCxnSpPr>
          <p:nvPr/>
        </p:nvCxnSpPr>
        <p:spPr>
          <a:xfrm rot="16200000" flipH="1">
            <a:off x="4087852" y="3327332"/>
            <a:ext cx="282405" cy="356735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050686" y="4593196"/>
            <a:ext cx="713471" cy="472830"/>
          </a:xfrm>
          <a:prstGeom prst="roundRect">
            <a:avLst>
              <a:gd name="adj" fmla="val 1163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cxnSp>
        <p:nvCxnSpPr>
          <p:cNvPr id="95" name="Curved Connector 94"/>
          <p:cNvCxnSpPr>
            <a:stCxn id="79" idx="3"/>
            <a:endCxn id="94" idx="1"/>
          </p:cNvCxnSpPr>
          <p:nvPr/>
        </p:nvCxnSpPr>
        <p:spPr>
          <a:xfrm flipV="1">
            <a:off x="3162607" y="4829611"/>
            <a:ext cx="888079" cy="4805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/>
          <p:cNvCxnSpPr>
            <a:stCxn id="83" idx="0"/>
            <a:endCxn id="59" idx="1"/>
          </p:cNvCxnSpPr>
          <p:nvPr/>
        </p:nvCxnSpPr>
        <p:spPr>
          <a:xfrm rot="5400000" flipH="1" flipV="1">
            <a:off x="1185083" y="3354599"/>
            <a:ext cx="1472046" cy="1019015"/>
          </a:xfrm>
          <a:prstGeom prst="curved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urved Connector 104"/>
          <p:cNvCxnSpPr>
            <a:stCxn id="61" idx="3"/>
            <a:endCxn id="94" idx="0"/>
          </p:cNvCxnSpPr>
          <p:nvPr/>
        </p:nvCxnSpPr>
        <p:spPr>
          <a:xfrm rot="5400000">
            <a:off x="4214695" y="4400468"/>
            <a:ext cx="385455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065698" y="5972297"/>
            <a:ext cx="713471" cy="472830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F824ED7-7CE2-4359-AFE6-5FBDB46B2D93}"/>
              </a:ext>
            </a:extLst>
          </p:cNvPr>
          <p:cNvSpPr/>
          <p:nvPr/>
        </p:nvSpPr>
        <p:spPr>
          <a:xfrm>
            <a:off x="3991751" y="6673169"/>
            <a:ext cx="818641" cy="652454"/>
          </a:xfrm>
          <a:prstGeom prst="diamond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5596625" y="6762981"/>
            <a:ext cx="713471" cy="472830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Process Step</a:t>
            </a:r>
          </a:p>
        </p:txBody>
      </p:sp>
      <p:cxnSp>
        <p:nvCxnSpPr>
          <p:cNvPr id="111" name="Curved Connector 110"/>
          <p:cNvCxnSpPr>
            <a:stCxn id="94" idx="2"/>
            <a:endCxn id="106" idx="0"/>
          </p:cNvCxnSpPr>
          <p:nvPr/>
        </p:nvCxnSpPr>
        <p:spPr>
          <a:xfrm rot="16200000" flipH="1">
            <a:off x="3961793" y="5511655"/>
            <a:ext cx="906271" cy="1501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lowchart: Document 97">
            <a:extLst>
              <a:ext uri="{FF2B5EF4-FFF2-40B4-BE49-F238E27FC236}">
                <a16:creationId xmlns:a16="http://schemas.microsoft.com/office/drawing/2014/main" id="{6F96DF01-983D-48E6-9E28-F4CC653A74AB}"/>
              </a:ext>
            </a:extLst>
          </p:cNvPr>
          <p:cNvSpPr/>
          <p:nvPr/>
        </p:nvSpPr>
        <p:spPr>
          <a:xfrm>
            <a:off x="4145202" y="5288201"/>
            <a:ext cx="554465" cy="456054"/>
          </a:xfrm>
          <a:prstGeom prst="flowChartDocumen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" tIns="11430" rIns="11430" bIns="1143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Document or note</a:t>
            </a:r>
          </a:p>
        </p:txBody>
      </p:sp>
      <p:sp>
        <p:nvSpPr>
          <p:cNvPr id="112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3184199" y="7870804"/>
            <a:ext cx="750225" cy="43198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/>
              <a:t>End</a:t>
            </a:r>
          </a:p>
        </p:txBody>
      </p:sp>
      <p:cxnSp>
        <p:nvCxnSpPr>
          <p:cNvPr id="113" name="Curved Connector 112"/>
          <p:cNvCxnSpPr>
            <a:stCxn id="106" idx="2"/>
            <a:endCxn id="109" idx="0"/>
          </p:cNvCxnSpPr>
          <p:nvPr/>
        </p:nvCxnSpPr>
        <p:spPr>
          <a:xfrm rot="5400000">
            <a:off x="4297732" y="6548467"/>
            <a:ext cx="228042" cy="2136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115"/>
          <p:cNvCxnSpPr>
            <a:stCxn id="109" idx="1"/>
            <a:endCxn id="83" idx="2"/>
          </p:cNvCxnSpPr>
          <p:nvPr/>
        </p:nvCxnSpPr>
        <p:spPr>
          <a:xfrm rot="10800000">
            <a:off x="1411599" y="5068808"/>
            <a:ext cx="2580152" cy="1930589"/>
          </a:xfrm>
          <a:prstGeom prst="curved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urved Connector 120"/>
          <p:cNvCxnSpPr>
            <a:stCxn id="110" idx="2"/>
            <a:endCxn id="112" idx="3"/>
          </p:cNvCxnSpPr>
          <p:nvPr/>
        </p:nvCxnSpPr>
        <p:spPr>
          <a:xfrm rot="5400000">
            <a:off x="4518400" y="6651836"/>
            <a:ext cx="850986" cy="2018937"/>
          </a:xfrm>
          <a:prstGeom prst="curved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urved Connector 123"/>
          <p:cNvCxnSpPr>
            <a:stCxn id="109" idx="3"/>
            <a:endCxn id="110" idx="1"/>
          </p:cNvCxnSpPr>
          <p:nvPr/>
        </p:nvCxnSpPr>
        <p:spPr>
          <a:xfrm>
            <a:off x="4810392" y="6999396"/>
            <a:ext cx="786233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5098862" y="4075106"/>
            <a:ext cx="931766" cy="659453"/>
          </a:xfrm>
          <a:prstGeom prst="wedgeEllipseCallout">
            <a:avLst>
              <a:gd name="adj1" fmla="val -71132"/>
              <a:gd name="adj2" fmla="val 5281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" tIns="11430" rIns="11430" bIns="1143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Add a comment wherever you need.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1951902" y="4716454"/>
            <a:ext cx="313975" cy="2693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This way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267100" y="4756514"/>
            <a:ext cx="499008" cy="1461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That way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244125" y="6887175"/>
            <a:ext cx="568559" cy="1461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Another way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892260" y="6926299"/>
            <a:ext cx="499008" cy="1461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1430" tIns="11430" rIns="11430" bIns="11430" rtlCol="0">
            <a:spAutoFit/>
          </a:bodyPr>
          <a:lstStyle/>
          <a:p>
            <a:pPr algn="ctr"/>
            <a:r>
              <a:rPr lang="en-AU" sz="800" dirty="0"/>
              <a:t>That way</a:t>
            </a:r>
          </a:p>
        </p:txBody>
      </p: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B9F3EFE-E110-4ED2-AD1A-0EC595E8B095}"/>
              </a:ext>
            </a:extLst>
          </p:cNvPr>
          <p:cNvCxnSpPr/>
          <p:nvPr/>
        </p:nvCxnSpPr>
        <p:spPr>
          <a:xfrm flipV="1">
            <a:off x="2250702" y="9193509"/>
            <a:ext cx="351648" cy="333263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92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752</TotalTime>
  <Words>80</Words>
  <Application>Microsoft Office PowerPoint</Application>
  <PresentationFormat>A4 Paper (210x297 mm)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80</cp:revision>
  <dcterms:created xsi:type="dcterms:W3CDTF">2021-03-29T04:24:54Z</dcterms:created>
  <dcterms:modified xsi:type="dcterms:W3CDTF">2022-03-16T02:46:38Z</dcterms:modified>
</cp:coreProperties>
</file>